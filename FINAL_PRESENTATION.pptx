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sldIdLst>
    <p:sldId id="257" r:id="rId5"/>
    <p:sldId id="262" r:id="rId6"/>
    <p:sldId id="265" r:id="rId7"/>
    <p:sldId id="266" r:id="rId8"/>
    <p:sldId id="268" r:id="rId9"/>
    <p:sldId id="267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6C3EAB-E394-4A45-BBED-5C0E394670D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E73F689-9CF5-466D-A233-2A69A39D98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customer can register themselves and login to their own account to utilize functionalities like:</a:t>
          </a:r>
        </a:p>
      </dgm:t>
    </dgm:pt>
    <dgm:pt modelId="{9320FE4D-28E3-4E0C-B26C-EA4211DF1EF0}" type="parTrans" cxnId="{15D2F92A-4542-4F57-A465-4F618D2E28E8}">
      <dgm:prSet/>
      <dgm:spPr/>
      <dgm:t>
        <a:bodyPr/>
        <a:lstStyle/>
        <a:p>
          <a:endParaRPr lang="en-US"/>
        </a:p>
      </dgm:t>
    </dgm:pt>
    <dgm:pt modelId="{C0A6ED91-44F6-4FC0-B900-CB0162545A15}" type="sibTrans" cxnId="{15D2F92A-4542-4F57-A465-4F618D2E28E8}">
      <dgm:prSet/>
      <dgm:spPr/>
      <dgm:t>
        <a:bodyPr/>
        <a:lstStyle/>
        <a:p>
          <a:endParaRPr lang="en-US"/>
        </a:p>
      </dgm:t>
    </dgm:pt>
    <dgm:pt modelId="{80709F1B-B9B8-48D4-9B9F-66A43CC41D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(a)Searching for a book based on author/publisher/title/subject.</a:t>
          </a:r>
        </a:p>
      </dgm:t>
    </dgm:pt>
    <dgm:pt modelId="{922E8E35-B305-4931-AC86-81161F4D8DA3}" type="parTrans" cxnId="{31F2DC02-2987-4280-90EA-2E79419F00A1}">
      <dgm:prSet/>
      <dgm:spPr/>
      <dgm:t>
        <a:bodyPr/>
        <a:lstStyle/>
        <a:p>
          <a:endParaRPr lang="en-US"/>
        </a:p>
      </dgm:t>
    </dgm:pt>
    <dgm:pt modelId="{A8581487-2E0B-4A4A-B344-D3C89C204133}" type="sibTrans" cxnId="{31F2DC02-2987-4280-90EA-2E79419F00A1}">
      <dgm:prSet/>
      <dgm:spPr/>
      <dgm:t>
        <a:bodyPr/>
        <a:lstStyle/>
        <a:p>
          <a:endParaRPr lang="en-US"/>
        </a:p>
      </dgm:t>
    </dgm:pt>
    <dgm:pt modelId="{90325DF1-34F4-4AEB-8C32-05BBEE4F8E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(b)Checking their previous orders and their Delivery status.</a:t>
          </a:r>
        </a:p>
      </dgm:t>
    </dgm:pt>
    <dgm:pt modelId="{057A5B97-C40C-4388-A382-67D7BF013D2A}" type="parTrans" cxnId="{D346B91E-EA5A-4F90-802F-65F93C441376}">
      <dgm:prSet/>
      <dgm:spPr/>
      <dgm:t>
        <a:bodyPr/>
        <a:lstStyle/>
        <a:p>
          <a:endParaRPr lang="en-US"/>
        </a:p>
      </dgm:t>
    </dgm:pt>
    <dgm:pt modelId="{8362E1E4-B3CD-45F8-8753-EDB3E6759C7C}" type="sibTrans" cxnId="{D346B91E-EA5A-4F90-802F-65F93C441376}">
      <dgm:prSet/>
      <dgm:spPr/>
      <dgm:t>
        <a:bodyPr/>
        <a:lstStyle/>
        <a:p>
          <a:endParaRPr lang="en-US"/>
        </a:p>
      </dgm:t>
    </dgm:pt>
    <dgm:pt modelId="{B2873EC9-E8E1-4BB8-83A1-4084CCD0B5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(c)Checking recommended books for them based on their previous purchases.</a:t>
          </a:r>
        </a:p>
      </dgm:t>
    </dgm:pt>
    <dgm:pt modelId="{5ABC4AD4-1105-441A-9943-A0E05066EE51}" type="parTrans" cxnId="{30892651-2A0A-4DA6-B1A8-6FAE8B67275F}">
      <dgm:prSet/>
      <dgm:spPr/>
      <dgm:t>
        <a:bodyPr/>
        <a:lstStyle/>
        <a:p>
          <a:endParaRPr lang="en-US"/>
        </a:p>
      </dgm:t>
    </dgm:pt>
    <dgm:pt modelId="{DC65E58D-F9CE-4B3C-8EE3-FA2742785EEC}" type="sibTrans" cxnId="{30892651-2A0A-4DA6-B1A8-6FAE8B67275F}">
      <dgm:prSet/>
      <dgm:spPr/>
      <dgm:t>
        <a:bodyPr/>
        <a:lstStyle/>
        <a:p>
          <a:endParaRPr lang="en-US"/>
        </a:p>
      </dgm:t>
    </dgm:pt>
    <dgm:pt modelId="{FBE6AF87-4986-4FB9-A30A-3F8A256089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(d)Checking comments placed for books by multiple users. </a:t>
          </a:r>
        </a:p>
      </dgm:t>
    </dgm:pt>
    <dgm:pt modelId="{36C373ED-34EB-43B2-B12E-AB8FA5A388F6}" type="parTrans" cxnId="{E9590828-3A96-414E-96FA-1B78AE3545A7}">
      <dgm:prSet/>
      <dgm:spPr/>
      <dgm:t>
        <a:bodyPr/>
        <a:lstStyle/>
        <a:p>
          <a:endParaRPr lang="en-US"/>
        </a:p>
      </dgm:t>
    </dgm:pt>
    <dgm:pt modelId="{2B460A33-2150-4FAA-AADE-C65882294B22}" type="sibTrans" cxnId="{E9590828-3A96-414E-96FA-1B78AE3545A7}">
      <dgm:prSet/>
      <dgm:spPr/>
      <dgm:t>
        <a:bodyPr/>
        <a:lstStyle/>
        <a:p>
          <a:endParaRPr lang="en-US"/>
        </a:p>
      </dgm:t>
    </dgm:pt>
    <dgm:pt modelId="{D42A257A-4D38-409F-963A-96D824FBFF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(e)Checking other customer profiles to view basic information and their comments so that they can choose how useful a comment was and also rate the customer as trusted or non-trusted.</a:t>
          </a:r>
        </a:p>
      </dgm:t>
    </dgm:pt>
    <dgm:pt modelId="{DBC23E16-11C9-49CF-99B2-A8B0EDC0E209}" type="parTrans" cxnId="{4A788C49-858D-4003-BF0E-1F095B4A6201}">
      <dgm:prSet/>
      <dgm:spPr/>
      <dgm:t>
        <a:bodyPr/>
        <a:lstStyle/>
        <a:p>
          <a:endParaRPr lang="en-US"/>
        </a:p>
      </dgm:t>
    </dgm:pt>
    <dgm:pt modelId="{4AEE780B-1DC1-41DB-851B-451B877BCFBC}" type="sibTrans" cxnId="{4A788C49-858D-4003-BF0E-1F095B4A6201}">
      <dgm:prSet/>
      <dgm:spPr/>
      <dgm:t>
        <a:bodyPr/>
        <a:lstStyle/>
        <a:p>
          <a:endParaRPr lang="en-US"/>
        </a:p>
      </dgm:t>
    </dgm:pt>
    <dgm:pt modelId="{A5802A52-9FD3-4B66-8D1C-4C2A3A6B47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(f) Purchasing books by placing them in a shopping cart and ordering them based on their desired quantity of books.</a:t>
          </a:r>
          <a:endParaRPr lang="en-US" dirty="0"/>
        </a:p>
      </dgm:t>
    </dgm:pt>
    <dgm:pt modelId="{AF65DD1E-073E-42D4-B0AA-18A80229ECB0}" type="parTrans" cxnId="{2A005D4C-DA18-4D1B-807B-9521716A4A3B}">
      <dgm:prSet/>
      <dgm:spPr/>
      <dgm:t>
        <a:bodyPr/>
        <a:lstStyle/>
        <a:p>
          <a:endParaRPr lang="en-US"/>
        </a:p>
      </dgm:t>
    </dgm:pt>
    <dgm:pt modelId="{2C1F4485-6B61-42CB-B200-C7B68C62E29E}" type="sibTrans" cxnId="{2A005D4C-DA18-4D1B-807B-9521716A4A3B}">
      <dgm:prSet/>
      <dgm:spPr/>
      <dgm:t>
        <a:bodyPr/>
        <a:lstStyle/>
        <a:p>
          <a:endParaRPr lang="en-US"/>
        </a:p>
      </dgm:t>
    </dgm:pt>
    <dgm:pt modelId="{CFE8BA20-24CE-462D-B28F-F23433550E2D}" type="pres">
      <dgm:prSet presAssocID="{E46C3EAB-E394-4A45-BBED-5C0E394670D4}" presName="root" presStyleCnt="0">
        <dgm:presLayoutVars>
          <dgm:dir/>
          <dgm:resizeHandles val="exact"/>
        </dgm:presLayoutVars>
      </dgm:prSet>
      <dgm:spPr/>
    </dgm:pt>
    <dgm:pt modelId="{16FD280A-B277-44BC-9537-C0EB9C3A98CE}" type="pres">
      <dgm:prSet presAssocID="{0E73F689-9CF5-466D-A233-2A69A39D984A}" presName="compNode" presStyleCnt="0"/>
      <dgm:spPr/>
    </dgm:pt>
    <dgm:pt modelId="{8E215879-248D-4BC9-86ED-943B6E912DCC}" type="pres">
      <dgm:prSet presAssocID="{0E73F689-9CF5-466D-A233-2A69A39D984A}" presName="bgRect" presStyleLbl="bgShp" presStyleIdx="0" presStyleCnt="7"/>
      <dgm:spPr/>
    </dgm:pt>
    <dgm:pt modelId="{04AC3E9F-25C1-4A28-A855-4B8CF528CE66}" type="pres">
      <dgm:prSet presAssocID="{0E73F689-9CF5-466D-A233-2A69A39D984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33B452C-551C-4A06-8AA3-17E9FC4D226B}" type="pres">
      <dgm:prSet presAssocID="{0E73F689-9CF5-466D-A233-2A69A39D984A}" presName="spaceRect" presStyleCnt="0"/>
      <dgm:spPr/>
    </dgm:pt>
    <dgm:pt modelId="{4776908B-3000-4F13-B5E0-FC7B79D633A2}" type="pres">
      <dgm:prSet presAssocID="{0E73F689-9CF5-466D-A233-2A69A39D984A}" presName="parTx" presStyleLbl="revTx" presStyleIdx="0" presStyleCnt="7" custLinFactY="-87568" custLinFactNeighborX="39950" custLinFactNeighborY="-100000">
        <dgm:presLayoutVars>
          <dgm:chMax val="0"/>
          <dgm:chPref val="0"/>
        </dgm:presLayoutVars>
      </dgm:prSet>
      <dgm:spPr/>
    </dgm:pt>
    <dgm:pt modelId="{6B4F39C0-B0E1-4553-9BD1-3C0DB708ED4C}" type="pres">
      <dgm:prSet presAssocID="{C0A6ED91-44F6-4FC0-B900-CB0162545A15}" presName="sibTrans" presStyleCnt="0"/>
      <dgm:spPr/>
    </dgm:pt>
    <dgm:pt modelId="{194EC642-3EF0-4B7C-A286-EC660A9FC186}" type="pres">
      <dgm:prSet presAssocID="{80709F1B-B9B8-48D4-9B9F-66A43CC41D53}" presName="compNode" presStyleCnt="0"/>
      <dgm:spPr/>
    </dgm:pt>
    <dgm:pt modelId="{3F4DEE17-766E-45E8-9A7C-7127A91CFB85}" type="pres">
      <dgm:prSet presAssocID="{80709F1B-B9B8-48D4-9B9F-66A43CC41D53}" presName="bgRect" presStyleLbl="bgShp" presStyleIdx="1" presStyleCnt="7"/>
      <dgm:spPr/>
    </dgm:pt>
    <dgm:pt modelId="{60BAD603-CD3E-46C2-BF00-717D51138818}" type="pres">
      <dgm:prSet presAssocID="{80709F1B-B9B8-48D4-9B9F-66A43CC41D5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14E6132A-55F3-4B0C-AEDC-835D7B8C01C6}" type="pres">
      <dgm:prSet presAssocID="{80709F1B-B9B8-48D4-9B9F-66A43CC41D53}" presName="spaceRect" presStyleCnt="0"/>
      <dgm:spPr/>
    </dgm:pt>
    <dgm:pt modelId="{514DE1C9-23E5-4EE4-A1CB-E1CF993B1154}" type="pres">
      <dgm:prSet presAssocID="{80709F1B-B9B8-48D4-9B9F-66A43CC41D53}" presName="parTx" presStyleLbl="revTx" presStyleIdx="1" presStyleCnt="7">
        <dgm:presLayoutVars>
          <dgm:chMax val="0"/>
          <dgm:chPref val="0"/>
        </dgm:presLayoutVars>
      </dgm:prSet>
      <dgm:spPr/>
    </dgm:pt>
    <dgm:pt modelId="{7CE575D5-E9B1-4074-815D-F5C422369E92}" type="pres">
      <dgm:prSet presAssocID="{A8581487-2E0B-4A4A-B344-D3C89C204133}" presName="sibTrans" presStyleCnt="0"/>
      <dgm:spPr/>
    </dgm:pt>
    <dgm:pt modelId="{14EC9F58-4E3D-4C5A-9055-95DEC573B5F5}" type="pres">
      <dgm:prSet presAssocID="{90325DF1-34F4-4AEB-8C32-05BBEE4F8E67}" presName="compNode" presStyleCnt="0"/>
      <dgm:spPr/>
    </dgm:pt>
    <dgm:pt modelId="{3DDB96CE-47D2-4C0B-88B9-7877BF62A0B0}" type="pres">
      <dgm:prSet presAssocID="{90325DF1-34F4-4AEB-8C32-05BBEE4F8E67}" presName="bgRect" presStyleLbl="bgShp" presStyleIdx="2" presStyleCnt="7"/>
      <dgm:spPr/>
    </dgm:pt>
    <dgm:pt modelId="{992CA8A7-1A8F-43B9-9262-A9B045FB924A}" type="pres">
      <dgm:prSet presAssocID="{90325DF1-34F4-4AEB-8C32-05BBEE4F8E67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EA8772B9-08F8-44C8-B5C0-E7BF950BBA1F}" type="pres">
      <dgm:prSet presAssocID="{90325DF1-34F4-4AEB-8C32-05BBEE4F8E67}" presName="spaceRect" presStyleCnt="0"/>
      <dgm:spPr/>
    </dgm:pt>
    <dgm:pt modelId="{9006E53D-6AE1-4771-9B8B-77B3210144D4}" type="pres">
      <dgm:prSet presAssocID="{90325DF1-34F4-4AEB-8C32-05BBEE4F8E67}" presName="parTx" presStyleLbl="revTx" presStyleIdx="2" presStyleCnt="7">
        <dgm:presLayoutVars>
          <dgm:chMax val="0"/>
          <dgm:chPref val="0"/>
        </dgm:presLayoutVars>
      </dgm:prSet>
      <dgm:spPr/>
    </dgm:pt>
    <dgm:pt modelId="{5629EE10-7754-4AFF-9BBA-FEA3E7D7218F}" type="pres">
      <dgm:prSet presAssocID="{8362E1E4-B3CD-45F8-8753-EDB3E6759C7C}" presName="sibTrans" presStyleCnt="0"/>
      <dgm:spPr/>
    </dgm:pt>
    <dgm:pt modelId="{ED654C6B-8D76-489D-A949-C53AEB93184E}" type="pres">
      <dgm:prSet presAssocID="{B2873EC9-E8E1-4BB8-83A1-4084CCD0B55C}" presName="compNode" presStyleCnt="0"/>
      <dgm:spPr/>
    </dgm:pt>
    <dgm:pt modelId="{9A6F6ABB-7BAD-45DC-AEDA-9863AF036C54}" type="pres">
      <dgm:prSet presAssocID="{B2873EC9-E8E1-4BB8-83A1-4084CCD0B55C}" presName="bgRect" presStyleLbl="bgShp" presStyleIdx="3" presStyleCnt="7"/>
      <dgm:spPr/>
    </dgm:pt>
    <dgm:pt modelId="{1AF0B321-672A-451F-9580-4094D706798E}" type="pres">
      <dgm:prSet presAssocID="{B2873EC9-E8E1-4BB8-83A1-4084CCD0B55C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6DCF17E-CE45-41D8-8BC7-B2427143B544}" type="pres">
      <dgm:prSet presAssocID="{B2873EC9-E8E1-4BB8-83A1-4084CCD0B55C}" presName="spaceRect" presStyleCnt="0"/>
      <dgm:spPr/>
    </dgm:pt>
    <dgm:pt modelId="{5C54A03F-4ED9-4255-AD60-FD28FCF8591B}" type="pres">
      <dgm:prSet presAssocID="{B2873EC9-E8E1-4BB8-83A1-4084CCD0B55C}" presName="parTx" presStyleLbl="revTx" presStyleIdx="3" presStyleCnt="7">
        <dgm:presLayoutVars>
          <dgm:chMax val="0"/>
          <dgm:chPref val="0"/>
        </dgm:presLayoutVars>
      </dgm:prSet>
      <dgm:spPr/>
    </dgm:pt>
    <dgm:pt modelId="{9DE91BDD-FE9A-4E3C-B0B0-3F45EEC0C699}" type="pres">
      <dgm:prSet presAssocID="{DC65E58D-F9CE-4B3C-8EE3-FA2742785EEC}" presName="sibTrans" presStyleCnt="0"/>
      <dgm:spPr/>
    </dgm:pt>
    <dgm:pt modelId="{5A851BC5-8BAB-4AC0-AB56-479A6774E4C8}" type="pres">
      <dgm:prSet presAssocID="{FBE6AF87-4986-4FB9-A30A-3F8A256089B2}" presName="compNode" presStyleCnt="0"/>
      <dgm:spPr/>
    </dgm:pt>
    <dgm:pt modelId="{48E2076C-A7D5-4398-94BD-A0F94FD551AC}" type="pres">
      <dgm:prSet presAssocID="{FBE6AF87-4986-4FB9-A30A-3F8A256089B2}" presName="bgRect" presStyleLbl="bgShp" presStyleIdx="4" presStyleCnt="7"/>
      <dgm:spPr/>
    </dgm:pt>
    <dgm:pt modelId="{2D3272EB-9BF2-4546-8CB4-10D4A1729026}" type="pres">
      <dgm:prSet presAssocID="{FBE6AF87-4986-4FB9-A30A-3F8A256089B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1E5D59E-C260-4767-98A0-6684C8876442}" type="pres">
      <dgm:prSet presAssocID="{FBE6AF87-4986-4FB9-A30A-3F8A256089B2}" presName="spaceRect" presStyleCnt="0"/>
      <dgm:spPr/>
    </dgm:pt>
    <dgm:pt modelId="{BDF9DFCB-3EA9-4549-BFC8-49B2E5105FBD}" type="pres">
      <dgm:prSet presAssocID="{FBE6AF87-4986-4FB9-A30A-3F8A256089B2}" presName="parTx" presStyleLbl="revTx" presStyleIdx="4" presStyleCnt="7">
        <dgm:presLayoutVars>
          <dgm:chMax val="0"/>
          <dgm:chPref val="0"/>
        </dgm:presLayoutVars>
      </dgm:prSet>
      <dgm:spPr/>
    </dgm:pt>
    <dgm:pt modelId="{8D6ACE55-270F-43E0-9095-8DD36686EEDF}" type="pres">
      <dgm:prSet presAssocID="{2B460A33-2150-4FAA-AADE-C65882294B22}" presName="sibTrans" presStyleCnt="0"/>
      <dgm:spPr/>
    </dgm:pt>
    <dgm:pt modelId="{79FC0234-3FCD-4B68-9A12-DE026C30CC33}" type="pres">
      <dgm:prSet presAssocID="{D42A257A-4D38-409F-963A-96D824FBFF82}" presName="compNode" presStyleCnt="0"/>
      <dgm:spPr/>
    </dgm:pt>
    <dgm:pt modelId="{E0C3A1AD-8415-4023-B1D8-7EAE1EF5688E}" type="pres">
      <dgm:prSet presAssocID="{D42A257A-4D38-409F-963A-96D824FBFF82}" presName="bgRect" presStyleLbl="bgShp" presStyleIdx="5" presStyleCnt="7"/>
      <dgm:spPr/>
    </dgm:pt>
    <dgm:pt modelId="{E69CB21B-46F8-4076-BE2A-4BDE67A96630}" type="pres">
      <dgm:prSet presAssocID="{D42A257A-4D38-409F-963A-96D824FBFF82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2FE4087-BE4F-4896-BC57-F6700183DED6}" type="pres">
      <dgm:prSet presAssocID="{D42A257A-4D38-409F-963A-96D824FBFF82}" presName="spaceRect" presStyleCnt="0"/>
      <dgm:spPr/>
    </dgm:pt>
    <dgm:pt modelId="{736AF2A1-39D7-4612-9DC4-48DE63585B0F}" type="pres">
      <dgm:prSet presAssocID="{D42A257A-4D38-409F-963A-96D824FBFF82}" presName="parTx" presStyleLbl="revTx" presStyleIdx="5" presStyleCnt="7" custScaleY="144630">
        <dgm:presLayoutVars>
          <dgm:chMax val="0"/>
          <dgm:chPref val="0"/>
        </dgm:presLayoutVars>
      </dgm:prSet>
      <dgm:spPr/>
    </dgm:pt>
    <dgm:pt modelId="{78CFFFF7-0680-4742-911D-63810AD7B82A}" type="pres">
      <dgm:prSet presAssocID="{4AEE780B-1DC1-41DB-851B-451B877BCFBC}" presName="sibTrans" presStyleCnt="0"/>
      <dgm:spPr/>
    </dgm:pt>
    <dgm:pt modelId="{45DFB30D-233C-45D4-AF34-CE2FFEA524BD}" type="pres">
      <dgm:prSet presAssocID="{A5802A52-9FD3-4B66-8D1C-4C2A3A6B4736}" presName="compNode" presStyleCnt="0"/>
      <dgm:spPr/>
    </dgm:pt>
    <dgm:pt modelId="{96886496-84DB-4177-A4A1-4D44A626F8EF}" type="pres">
      <dgm:prSet presAssocID="{A5802A52-9FD3-4B66-8D1C-4C2A3A6B4736}" presName="bgRect" presStyleLbl="bgShp" presStyleIdx="6" presStyleCnt="7"/>
      <dgm:spPr/>
    </dgm:pt>
    <dgm:pt modelId="{FEEE9A51-283E-44A5-8B0E-7F6C4746FC9D}" type="pres">
      <dgm:prSet presAssocID="{A5802A52-9FD3-4B66-8D1C-4C2A3A6B473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 with solid fill"/>
        </a:ext>
      </dgm:extLst>
    </dgm:pt>
    <dgm:pt modelId="{FE9D75FF-6A95-4FD2-B986-A45E379FC61A}" type="pres">
      <dgm:prSet presAssocID="{A5802A52-9FD3-4B66-8D1C-4C2A3A6B4736}" presName="spaceRect" presStyleCnt="0"/>
      <dgm:spPr/>
    </dgm:pt>
    <dgm:pt modelId="{163942D9-2451-462C-BDBA-B420166AA055}" type="pres">
      <dgm:prSet presAssocID="{A5802A52-9FD3-4B66-8D1C-4C2A3A6B473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31F2DC02-2987-4280-90EA-2E79419F00A1}" srcId="{E46C3EAB-E394-4A45-BBED-5C0E394670D4}" destId="{80709F1B-B9B8-48D4-9B9F-66A43CC41D53}" srcOrd="1" destOrd="0" parTransId="{922E8E35-B305-4931-AC86-81161F4D8DA3}" sibTransId="{A8581487-2E0B-4A4A-B344-D3C89C204133}"/>
    <dgm:cxn modelId="{D95CC119-3D85-41E0-A91D-728BEA50DD6E}" type="presOf" srcId="{E46C3EAB-E394-4A45-BBED-5C0E394670D4}" destId="{CFE8BA20-24CE-462D-B28F-F23433550E2D}" srcOrd="0" destOrd="0" presId="urn:microsoft.com/office/officeart/2018/2/layout/IconVerticalSolidList"/>
    <dgm:cxn modelId="{D346B91E-EA5A-4F90-802F-65F93C441376}" srcId="{E46C3EAB-E394-4A45-BBED-5C0E394670D4}" destId="{90325DF1-34F4-4AEB-8C32-05BBEE4F8E67}" srcOrd="2" destOrd="0" parTransId="{057A5B97-C40C-4388-A382-67D7BF013D2A}" sibTransId="{8362E1E4-B3CD-45F8-8753-EDB3E6759C7C}"/>
    <dgm:cxn modelId="{92547327-0AE0-4309-A241-4D2910344AC7}" type="presOf" srcId="{80709F1B-B9B8-48D4-9B9F-66A43CC41D53}" destId="{514DE1C9-23E5-4EE4-A1CB-E1CF993B1154}" srcOrd="0" destOrd="0" presId="urn:microsoft.com/office/officeart/2018/2/layout/IconVerticalSolidList"/>
    <dgm:cxn modelId="{E9590828-3A96-414E-96FA-1B78AE3545A7}" srcId="{E46C3EAB-E394-4A45-BBED-5C0E394670D4}" destId="{FBE6AF87-4986-4FB9-A30A-3F8A256089B2}" srcOrd="4" destOrd="0" parTransId="{36C373ED-34EB-43B2-B12E-AB8FA5A388F6}" sibTransId="{2B460A33-2150-4FAA-AADE-C65882294B22}"/>
    <dgm:cxn modelId="{15D2F92A-4542-4F57-A465-4F618D2E28E8}" srcId="{E46C3EAB-E394-4A45-BBED-5C0E394670D4}" destId="{0E73F689-9CF5-466D-A233-2A69A39D984A}" srcOrd="0" destOrd="0" parTransId="{9320FE4D-28E3-4E0C-B26C-EA4211DF1EF0}" sibTransId="{C0A6ED91-44F6-4FC0-B900-CB0162545A15}"/>
    <dgm:cxn modelId="{FB227E2C-7AE0-4B27-88E8-566154DFFECA}" type="presOf" srcId="{0E73F689-9CF5-466D-A233-2A69A39D984A}" destId="{4776908B-3000-4F13-B5E0-FC7B79D633A2}" srcOrd="0" destOrd="0" presId="urn:microsoft.com/office/officeart/2018/2/layout/IconVerticalSolidList"/>
    <dgm:cxn modelId="{C025AC35-F2F3-4DC0-B1ED-0E3BA894DD3B}" type="presOf" srcId="{FBE6AF87-4986-4FB9-A30A-3F8A256089B2}" destId="{BDF9DFCB-3EA9-4549-BFC8-49B2E5105FBD}" srcOrd="0" destOrd="0" presId="urn:microsoft.com/office/officeart/2018/2/layout/IconVerticalSolidList"/>
    <dgm:cxn modelId="{B7B9653D-5498-483C-9C5E-3EEAC496A143}" type="presOf" srcId="{90325DF1-34F4-4AEB-8C32-05BBEE4F8E67}" destId="{9006E53D-6AE1-4771-9B8B-77B3210144D4}" srcOrd="0" destOrd="0" presId="urn:microsoft.com/office/officeart/2018/2/layout/IconVerticalSolidList"/>
    <dgm:cxn modelId="{4A788C49-858D-4003-BF0E-1F095B4A6201}" srcId="{E46C3EAB-E394-4A45-BBED-5C0E394670D4}" destId="{D42A257A-4D38-409F-963A-96D824FBFF82}" srcOrd="5" destOrd="0" parTransId="{DBC23E16-11C9-49CF-99B2-A8B0EDC0E209}" sibTransId="{4AEE780B-1DC1-41DB-851B-451B877BCFBC}"/>
    <dgm:cxn modelId="{2A005D4C-DA18-4D1B-807B-9521716A4A3B}" srcId="{E46C3EAB-E394-4A45-BBED-5C0E394670D4}" destId="{A5802A52-9FD3-4B66-8D1C-4C2A3A6B4736}" srcOrd="6" destOrd="0" parTransId="{AF65DD1E-073E-42D4-B0AA-18A80229ECB0}" sibTransId="{2C1F4485-6B61-42CB-B200-C7B68C62E29E}"/>
    <dgm:cxn modelId="{D7C4134E-09B8-42AD-B9DE-D9B41D6DF11F}" type="presOf" srcId="{D42A257A-4D38-409F-963A-96D824FBFF82}" destId="{736AF2A1-39D7-4612-9DC4-48DE63585B0F}" srcOrd="0" destOrd="0" presId="urn:microsoft.com/office/officeart/2018/2/layout/IconVerticalSolidList"/>
    <dgm:cxn modelId="{30892651-2A0A-4DA6-B1A8-6FAE8B67275F}" srcId="{E46C3EAB-E394-4A45-BBED-5C0E394670D4}" destId="{B2873EC9-E8E1-4BB8-83A1-4084CCD0B55C}" srcOrd="3" destOrd="0" parTransId="{5ABC4AD4-1105-441A-9943-A0E05066EE51}" sibTransId="{DC65E58D-F9CE-4B3C-8EE3-FA2742785EEC}"/>
    <dgm:cxn modelId="{09BA6586-CE9D-42EF-BD8A-4A1AB6A679E8}" type="presOf" srcId="{A5802A52-9FD3-4B66-8D1C-4C2A3A6B4736}" destId="{163942D9-2451-462C-BDBA-B420166AA055}" srcOrd="0" destOrd="0" presId="urn:microsoft.com/office/officeart/2018/2/layout/IconVerticalSolidList"/>
    <dgm:cxn modelId="{CC6E67D9-9D81-4F2A-ADD5-6032A9DA79F9}" type="presOf" srcId="{B2873EC9-E8E1-4BB8-83A1-4084CCD0B55C}" destId="{5C54A03F-4ED9-4255-AD60-FD28FCF8591B}" srcOrd="0" destOrd="0" presId="urn:microsoft.com/office/officeart/2018/2/layout/IconVerticalSolidList"/>
    <dgm:cxn modelId="{54DC3E38-CB1A-45AA-94D3-96BF063E5447}" type="presParOf" srcId="{CFE8BA20-24CE-462D-B28F-F23433550E2D}" destId="{16FD280A-B277-44BC-9537-C0EB9C3A98CE}" srcOrd="0" destOrd="0" presId="urn:microsoft.com/office/officeart/2018/2/layout/IconVerticalSolidList"/>
    <dgm:cxn modelId="{F6D74AFA-0AF0-47AF-87B9-2264FC551BC0}" type="presParOf" srcId="{16FD280A-B277-44BC-9537-C0EB9C3A98CE}" destId="{8E215879-248D-4BC9-86ED-943B6E912DCC}" srcOrd="0" destOrd="0" presId="urn:microsoft.com/office/officeart/2018/2/layout/IconVerticalSolidList"/>
    <dgm:cxn modelId="{FF5FDF56-6488-4818-990F-D55E75FE4E5E}" type="presParOf" srcId="{16FD280A-B277-44BC-9537-C0EB9C3A98CE}" destId="{04AC3E9F-25C1-4A28-A855-4B8CF528CE66}" srcOrd="1" destOrd="0" presId="urn:microsoft.com/office/officeart/2018/2/layout/IconVerticalSolidList"/>
    <dgm:cxn modelId="{07BB2036-22AB-4AEA-858D-CE17CD2D1400}" type="presParOf" srcId="{16FD280A-B277-44BC-9537-C0EB9C3A98CE}" destId="{333B452C-551C-4A06-8AA3-17E9FC4D226B}" srcOrd="2" destOrd="0" presId="urn:microsoft.com/office/officeart/2018/2/layout/IconVerticalSolidList"/>
    <dgm:cxn modelId="{6ABE35CB-5DB0-40AF-8032-0391A26423E6}" type="presParOf" srcId="{16FD280A-B277-44BC-9537-C0EB9C3A98CE}" destId="{4776908B-3000-4F13-B5E0-FC7B79D633A2}" srcOrd="3" destOrd="0" presId="urn:microsoft.com/office/officeart/2018/2/layout/IconVerticalSolidList"/>
    <dgm:cxn modelId="{5ECB0A0A-FF4A-4393-8F0C-0433C9FE79A6}" type="presParOf" srcId="{CFE8BA20-24CE-462D-B28F-F23433550E2D}" destId="{6B4F39C0-B0E1-4553-9BD1-3C0DB708ED4C}" srcOrd="1" destOrd="0" presId="urn:microsoft.com/office/officeart/2018/2/layout/IconVerticalSolidList"/>
    <dgm:cxn modelId="{91ADC964-7CB9-4F9A-8B02-1AD163BE843D}" type="presParOf" srcId="{CFE8BA20-24CE-462D-B28F-F23433550E2D}" destId="{194EC642-3EF0-4B7C-A286-EC660A9FC186}" srcOrd="2" destOrd="0" presId="urn:microsoft.com/office/officeart/2018/2/layout/IconVerticalSolidList"/>
    <dgm:cxn modelId="{4A340915-CB6E-46AD-9827-4952A54410BA}" type="presParOf" srcId="{194EC642-3EF0-4B7C-A286-EC660A9FC186}" destId="{3F4DEE17-766E-45E8-9A7C-7127A91CFB85}" srcOrd="0" destOrd="0" presId="urn:microsoft.com/office/officeart/2018/2/layout/IconVerticalSolidList"/>
    <dgm:cxn modelId="{9794B062-31B5-4260-BD88-772D6B76FF68}" type="presParOf" srcId="{194EC642-3EF0-4B7C-A286-EC660A9FC186}" destId="{60BAD603-CD3E-46C2-BF00-717D51138818}" srcOrd="1" destOrd="0" presId="urn:microsoft.com/office/officeart/2018/2/layout/IconVerticalSolidList"/>
    <dgm:cxn modelId="{75094D6B-9969-4B9A-B1A0-DEC9D8F4C043}" type="presParOf" srcId="{194EC642-3EF0-4B7C-A286-EC660A9FC186}" destId="{14E6132A-55F3-4B0C-AEDC-835D7B8C01C6}" srcOrd="2" destOrd="0" presId="urn:microsoft.com/office/officeart/2018/2/layout/IconVerticalSolidList"/>
    <dgm:cxn modelId="{B56C042D-A9B9-4577-A402-08D322EF4B4B}" type="presParOf" srcId="{194EC642-3EF0-4B7C-A286-EC660A9FC186}" destId="{514DE1C9-23E5-4EE4-A1CB-E1CF993B1154}" srcOrd="3" destOrd="0" presId="urn:microsoft.com/office/officeart/2018/2/layout/IconVerticalSolidList"/>
    <dgm:cxn modelId="{3337D53E-F4E2-4C54-A48D-66FAEF2F733D}" type="presParOf" srcId="{CFE8BA20-24CE-462D-B28F-F23433550E2D}" destId="{7CE575D5-E9B1-4074-815D-F5C422369E92}" srcOrd="3" destOrd="0" presId="urn:microsoft.com/office/officeart/2018/2/layout/IconVerticalSolidList"/>
    <dgm:cxn modelId="{882F1159-BB26-42B0-97C0-14FA6B63A4A1}" type="presParOf" srcId="{CFE8BA20-24CE-462D-B28F-F23433550E2D}" destId="{14EC9F58-4E3D-4C5A-9055-95DEC573B5F5}" srcOrd="4" destOrd="0" presId="urn:microsoft.com/office/officeart/2018/2/layout/IconVerticalSolidList"/>
    <dgm:cxn modelId="{7D6DCF11-A978-4245-912E-8B7DDECAA229}" type="presParOf" srcId="{14EC9F58-4E3D-4C5A-9055-95DEC573B5F5}" destId="{3DDB96CE-47D2-4C0B-88B9-7877BF62A0B0}" srcOrd="0" destOrd="0" presId="urn:microsoft.com/office/officeart/2018/2/layout/IconVerticalSolidList"/>
    <dgm:cxn modelId="{32A58374-213A-465D-B3F3-8ADE585E1960}" type="presParOf" srcId="{14EC9F58-4E3D-4C5A-9055-95DEC573B5F5}" destId="{992CA8A7-1A8F-43B9-9262-A9B045FB924A}" srcOrd="1" destOrd="0" presId="urn:microsoft.com/office/officeart/2018/2/layout/IconVerticalSolidList"/>
    <dgm:cxn modelId="{010D8992-37F6-4BC6-8914-39835AC89250}" type="presParOf" srcId="{14EC9F58-4E3D-4C5A-9055-95DEC573B5F5}" destId="{EA8772B9-08F8-44C8-B5C0-E7BF950BBA1F}" srcOrd="2" destOrd="0" presId="urn:microsoft.com/office/officeart/2018/2/layout/IconVerticalSolidList"/>
    <dgm:cxn modelId="{499D8219-3053-4ECB-8922-B69EC58F81C7}" type="presParOf" srcId="{14EC9F58-4E3D-4C5A-9055-95DEC573B5F5}" destId="{9006E53D-6AE1-4771-9B8B-77B3210144D4}" srcOrd="3" destOrd="0" presId="urn:microsoft.com/office/officeart/2018/2/layout/IconVerticalSolidList"/>
    <dgm:cxn modelId="{B788E88D-7393-4261-8A17-DCF0AC55670E}" type="presParOf" srcId="{CFE8BA20-24CE-462D-B28F-F23433550E2D}" destId="{5629EE10-7754-4AFF-9BBA-FEA3E7D7218F}" srcOrd="5" destOrd="0" presId="urn:microsoft.com/office/officeart/2018/2/layout/IconVerticalSolidList"/>
    <dgm:cxn modelId="{798556AB-4C22-48C6-8B16-68510591E4E8}" type="presParOf" srcId="{CFE8BA20-24CE-462D-B28F-F23433550E2D}" destId="{ED654C6B-8D76-489D-A949-C53AEB93184E}" srcOrd="6" destOrd="0" presId="urn:microsoft.com/office/officeart/2018/2/layout/IconVerticalSolidList"/>
    <dgm:cxn modelId="{7C519DDC-4AB1-4D7E-B0CB-82B55DE6E235}" type="presParOf" srcId="{ED654C6B-8D76-489D-A949-C53AEB93184E}" destId="{9A6F6ABB-7BAD-45DC-AEDA-9863AF036C54}" srcOrd="0" destOrd="0" presId="urn:microsoft.com/office/officeart/2018/2/layout/IconVerticalSolidList"/>
    <dgm:cxn modelId="{5C4FFE23-F4FC-420D-B4D4-6CC1077BA200}" type="presParOf" srcId="{ED654C6B-8D76-489D-A949-C53AEB93184E}" destId="{1AF0B321-672A-451F-9580-4094D706798E}" srcOrd="1" destOrd="0" presId="urn:microsoft.com/office/officeart/2018/2/layout/IconVerticalSolidList"/>
    <dgm:cxn modelId="{F9F14036-96E6-4592-84DB-A7508669DB5D}" type="presParOf" srcId="{ED654C6B-8D76-489D-A949-C53AEB93184E}" destId="{06DCF17E-CE45-41D8-8BC7-B2427143B544}" srcOrd="2" destOrd="0" presId="urn:microsoft.com/office/officeart/2018/2/layout/IconVerticalSolidList"/>
    <dgm:cxn modelId="{9AB83A36-9D28-49CB-8F20-65F20752B8FC}" type="presParOf" srcId="{ED654C6B-8D76-489D-A949-C53AEB93184E}" destId="{5C54A03F-4ED9-4255-AD60-FD28FCF8591B}" srcOrd="3" destOrd="0" presId="urn:microsoft.com/office/officeart/2018/2/layout/IconVerticalSolidList"/>
    <dgm:cxn modelId="{31CBAE4A-2538-40AC-A2C9-EE323696E78D}" type="presParOf" srcId="{CFE8BA20-24CE-462D-B28F-F23433550E2D}" destId="{9DE91BDD-FE9A-4E3C-B0B0-3F45EEC0C699}" srcOrd="7" destOrd="0" presId="urn:microsoft.com/office/officeart/2018/2/layout/IconVerticalSolidList"/>
    <dgm:cxn modelId="{040B8E8C-45D8-408D-BA69-5C7341F0312A}" type="presParOf" srcId="{CFE8BA20-24CE-462D-B28F-F23433550E2D}" destId="{5A851BC5-8BAB-4AC0-AB56-479A6774E4C8}" srcOrd="8" destOrd="0" presId="urn:microsoft.com/office/officeart/2018/2/layout/IconVerticalSolidList"/>
    <dgm:cxn modelId="{4D6741A6-05A9-4521-8855-8DD28A00D90C}" type="presParOf" srcId="{5A851BC5-8BAB-4AC0-AB56-479A6774E4C8}" destId="{48E2076C-A7D5-4398-94BD-A0F94FD551AC}" srcOrd="0" destOrd="0" presId="urn:microsoft.com/office/officeart/2018/2/layout/IconVerticalSolidList"/>
    <dgm:cxn modelId="{A4D2A234-EF2E-4F6B-AC09-6E77D69704E1}" type="presParOf" srcId="{5A851BC5-8BAB-4AC0-AB56-479A6774E4C8}" destId="{2D3272EB-9BF2-4546-8CB4-10D4A1729026}" srcOrd="1" destOrd="0" presId="urn:microsoft.com/office/officeart/2018/2/layout/IconVerticalSolidList"/>
    <dgm:cxn modelId="{B7D7919C-9B6C-466C-BB0B-C0EACEFC189A}" type="presParOf" srcId="{5A851BC5-8BAB-4AC0-AB56-479A6774E4C8}" destId="{F1E5D59E-C260-4767-98A0-6684C8876442}" srcOrd="2" destOrd="0" presId="urn:microsoft.com/office/officeart/2018/2/layout/IconVerticalSolidList"/>
    <dgm:cxn modelId="{1126FB4F-2023-41FF-833F-CA00C18469A5}" type="presParOf" srcId="{5A851BC5-8BAB-4AC0-AB56-479A6774E4C8}" destId="{BDF9DFCB-3EA9-4549-BFC8-49B2E5105FBD}" srcOrd="3" destOrd="0" presId="urn:microsoft.com/office/officeart/2018/2/layout/IconVerticalSolidList"/>
    <dgm:cxn modelId="{A9815A57-D1E9-49F5-B8DC-2E9EA05E2DBF}" type="presParOf" srcId="{CFE8BA20-24CE-462D-B28F-F23433550E2D}" destId="{8D6ACE55-270F-43E0-9095-8DD36686EEDF}" srcOrd="9" destOrd="0" presId="urn:microsoft.com/office/officeart/2018/2/layout/IconVerticalSolidList"/>
    <dgm:cxn modelId="{9960CD61-A81A-4E06-AA7D-0A4404BE9074}" type="presParOf" srcId="{CFE8BA20-24CE-462D-B28F-F23433550E2D}" destId="{79FC0234-3FCD-4B68-9A12-DE026C30CC33}" srcOrd="10" destOrd="0" presId="urn:microsoft.com/office/officeart/2018/2/layout/IconVerticalSolidList"/>
    <dgm:cxn modelId="{DCDBBD03-44EE-4F4F-8A1C-6860D6562A1C}" type="presParOf" srcId="{79FC0234-3FCD-4B68-9A12-DE026C30CC33}" destId="{E0C3A1AD-8415-4023-B1D8-7EAE1EF5688E}" srcOrd="0" destOrd="0" presId="urn:microsoft.com/office/officeart/2018/2/layout/IconVerticalSolidList"/>
    <dgm:cxn modelId="{8EA0F507-5FA8-4B05-9C82-2AEEA6024393}" type="presParOf" srcId="{79FC0234-3FCD-4B68-9A12-DE026C30CC33}" destId="{E69CB21B-46F8-4076-BE2A-4BDE67A96630}" srcOrd="1" destOrd="0" presId="urn:microsoft.com/office/officeart/2018/2/layout/IconVerticalSolidList"/>
    <dgm:cxn modelId="{A79F668F-8BC5-4391-B57B-58AF9E9470B0}" type="presParOf" srcId="{79FC0234-3FCD-4B68-9A12-DE026C30CC33}" destId="{02FE4087-BE4F-4896-BC57-F6700183DED6}" srcOrd="2" destOrd="0" presId="urn:microsoft.com/office/officeart/2018/2/layout/IconVerticalSolidList"/>
    <dgm:cxn modelId="{0335E9C1-F759-4FC2-A46E-C09C5D53F0BC}" type="presParOf" srcId="{79FC0234-3FCD-4B68-9A12-DE026C30CC33}" destId="{736AF2A1-39D7-4612-9DC4-48DE63585B0F}" srcOrd="3" destOrd="0" presId="urn:microsoft.com/office/officeart/2018/2/layout/IconVerticalSolidList"/>
    <dgm:cxn modelId="{15E1F2F4-E37F-4A08-8BDA-A9F86A5F9390}" type="presParOf" srcId="{CFE8BA20-24CE-462D-B28F-F23433550E2D}" destId="{78CFFFF7-0680-4742-911D-63810AD7B82A}" srcOrd="11" destOrd="0" presId="urn:microsoft.com/office/officeart/2018/2/layout/IconVerticalSolidList"/>
    <dgm:cxn modelId="{9C51A70C-37B3-44E1-99DF-6D89227F983C}" type="presParOf" srcId="{CFE8BA20-24CE-462D-B28F-F23433550E2D}" destId="{45DFB30D-233C-45D4-AF34-CE2FFEA524BD}" srcOrd="12" destOrd="0" presId="urn:microsoft.com/office/officeart/2018/2/layout/IconVerticalSolidList"/>
    <dgm:cxn modelId="{CB66DBF7-9ED4-4888-BB2F-BC9504F7C098}" type="presParOf" srcId="{45DFB30D-233C-45D4-AF34-CE2FFEA524BD}" destId="{96886496-84DB-4177-A4A1-4D44A626F8EF}" srcOrd="0" destOrd="0" presId="urn:microsoft.com/office/officeart/2018/2/layout/IconVerticalSolidList"/>
    <dgm:cxn modelId="{FDCBE221-22A4-4D8C-AD57-103DE078376A}" type="presParOf" srcId="{45DFB30D-233C-45D4-AF34-CE2FFEA524BD}" destId="{FEEE9A51-283E-44A5-8B0E-7F6C4746FC9D}" srcOrd="1" destOrd="0" presId="urn:microsoft.com/office/officeart/2018/2/layout/IconVerticalSolidList"/>
    <dgm:cxn modelId="{871A6862-A7E3-4E8B-BD98-60CE0936D216}" type="presParOf" srcId="{45DFB30D-233C-45D4-AF34-CE2FFEA524BD}" destId="{FE9D75FF-6A95-4FD2-B986-A45E379FC61A}" srcOrd="2" destOrd="0" presId="urn:microsoft.com/office/officeart/2018/2/layout/IconVerticalSolidList"/>
    <dgm:cxn modelId="{5FA09EF0-22E9-4069-9503-55F55DF36850}" type="presParOf" srcId="{45DFB30D-233C-45D4-AF34-CE2FFEA524BD}" destId="{163942D9-2451-462C-BDBA-B420166AA0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5A276C-991B-468B-89EE-6E7F3926E79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D723E6-9B0D-40A6-851B-283D3EED3CFC}">
      <dgm:prSet/>
      <dgm:spPr/>
      <dgm:t>
        <a:bodyPr/>
        <a:lstStyle/>
        <a:p>
          <a:r>
            <a:rPr lang="en-US"/>
            <a:t>(a)Searching for a book based on author/publisher/title/subject</a:t>
          </a:r>
        </a:p>
      </dgm:t>
    </dgm:pt>
    <dgm:pt modelId="{F4B7ACD5-C994-4E31-A69F-3F65602CB100}" type="parTrans" cxnId="{5DFA5A65-6B07-4AC5-8921-C5F707236AAE}">
      <dgm:prSet/>
      <dgm:spPr/>
      <dgm:t>
        <a:bodyPr/>
        <a:lstStyle/>
        <a:p>
          <a:endParaRPr lang="en-US"/>
        </a:p>
      </dgm:t>
    </dgm:pt>
    <dgm:pt modelId="{AD66C495-9F5D-4083-A9D1-762CC3BAA54D}" type="sibTrans" cxnId="{5DFA5A65-6B07-4AC5-8921-C5F707236AAE}">
      <dgm:prSet/>
      <dgm:spPr/>
      <dgm:t>
        <a:bodyPr/>
        <a:lstStyle/>
        <a:p>
          <a:endParaRPr lang="en-US"/>
        </a:p>
      </dgm:t>
    </dgm:pt>
    <dgm:pt modelId="{6CD04895-5BFA-45C6-87F0-F7A09DC6284E}">
      <dgm:prSet/>
      <dgm:spPr/>
      <dgm:t>
        <a:bodyPr/>
        <a:lstStyle/>
        <a:p>
          <a:r>
            <a:rPr lang="en-US" dirty="0"/>
            <a:t>(b) The manager can perform book administration functionalities like Adding a new book </a:t>
          </a:r>
        </a:p>
      </dgm:t>
    </dgm:pt>
    <dgm:pt modelId="{6AE7241C-A06A-4ABC-B9E1-14F7C053B129}" type="parTrans" cxnId="{18F43E6A-5740-400D-AE9C-03D009D64660}">
      <dgm:prSet/>
      <dgm:spPr/>
      <dgm:t>
        <a:bodyPr/>
        <a:lstStyle/>
        <a:p>
          <a:endParaRPr lang="en-US"/>
        </a:p>
      </dgm:t>
    </dgm:pt>
    <dgm:pt modelId="{E8673388-81AF-478E-B8BD-16294C0CFE48}" type="sibTrans" cxnId="{18F43E6A-5740-400D-AE9C-03D009D64660}">
      <dgm:prSet/>
      <dgm:spPr/>
      <dgm:t>
        <a:bodyPr/>
        <a:lstStyle/>
        <a:p>
          <a:endParaRPr lang="en-US"/>
        </a:p>
      </dgm:t>
    </dgm:pt>
    <dgm:pt modelId="{AFCAFE03-70D9-4264-AC28-FA909FA5E1FF}">
      <dgm:prSet/>
      <dgm:spPr/>
      <dgm:t>
        <a:bodyPr/>
        <a:lstStyle/>
        <a:p>
          <a:r>
            <a:rPr lang="en-US" dirty="0"/>
            <a:t>(c) The manager can also perform book administration functionalities like changing existing book details like the Stock level and delete books if discontinued.</a:t>
          </a:r>
        </a:p>
      </dgm:t>
    </dgm:pt>
    <dgm:pt modelId="{D7DB2D02-C9B3-450A-B6B9-0647EDEBB5A0}" type="parTrans" cxnId="{FC466DBF-C239-483A-BBA0-42A670508521}">
      <dgm:prSet/>
      <dgm:spPr/>
      <dgm:t>
        <a:bodyPr/>
        <a:lstStyle/>
        <a:p>
          <a:endParaRPr lang="en-US"/>
        </a:p>
      </dgm:t>
    </dgm:pt>
    <dgm:pt modelId="{E22DF09B-9900-4C2B-9B85-A3607698A0C5}" type="sibTrans" cxnId="{FC466DBF-C239-483A-BBA0-42A670508521}">
      <dgm:prSet/>
      <dgm:spPr/>
      <dgm:t>
        <a:bodyPr/>
        <a:lstStyle/>
        <a:p>
          <a:endParaRPr lang="en-US"/>
        </a:p>
      </dgm:t>
    </dgm:pt>
    <dgm:pt modelId="{B8A9E604-B5B8-4270-A1B1-6F64F1035D29}">
      <dgm:prSet/>
      <dgm:spPr/>
      <dgm:t>
        <a:bodyPr/>
        <a:lstStyle/>
        <a:p>
          <a:r>
            <a:rPr lang="en-US" dirty="0"/>
            <a:t>(d) The manager can check all the pending orders of all customers</a:t>
          </a:r>
        </a:p>
      </dgm:t>
    </dgm:pt>
    <dgm:pt modelId="{A5944AAB-4992-4512-BD31-C3D2FA2E7E98}" type="parTrans" cxnId="{C9418CD5-025A-41BF-BB8F-8F6A72915F1A}">
      <dgm:prSet/>
      <dgm:spPr/>
      <dgm:t>
        <a:bodyPr/>
        <a:lstStyle/>
        <a:p>
          <a:endParaRPr lang="en-US"/>
        </a:p>
      </dgm:t>
    </dgm:pt>
    <dgm:pt modelId="{E146521D-73A6-4696-A123-DC315A99C3B1}" type="sibTrans" cxnId="{C9418CD5-025A-41BF-BB8F-8F6A72915F1A}">
      <dgm:prSet/>
      <dgm:spPr/>
      <dgm:t>
        <a:bodyPr/>
        <a:lstStyle/>
        <a:p>
          <a:endParaRPr lang="en-US"/>
        </a:p>
      </dgm:t>
    </dgm:pt>
    <dgm:pt modelId="{B888D83E-6D39-4344-9AD8-24DECD166E8D}">
      <dgm:prSet/>
      <dgm:spPr/>
      <dgm:t>
        <a:bodyPr/>
        <a:lstStyle/>
        <a:p>
          <a:r>
            <a:rPr lang="en-US"/>
            <a:t>(e) Only a Manager can add another manager and can use the Add manager Functionality.</a:t>
          </a:r>
        </a:p>
      </dgm:t>
    </dgm:pt>
    <dgm:pt modelId="{11C20413-EB3F-43E2-8A03-7E9BD1209FEF}" type="parTrans" cxnId="{2A9C58DD-363E-43F3-88E0-4F6CEA6033FD}">
      <dgm:prSet/>
      <dgm:spPr/>
      <dgm:t>
        <a:bodyPr/>
        <a:lstStyle/>
        <a:p>
          <a:endParaRPr lang="en-US"/>
        </a:p>
      </dgm:t>
    </dgm:pt>
    <dgm:pt modelId="{B995CCA7-1692-44D5-A541-EAB1F3B6D1B7}" type="sibTrans" cxnId="{2A9C58DD-363E-43F3-88E0-4F6CEA6033FD}">
      <dgm:prSet/>
      <dgm:spPr/>
      <dgm:t>
        <a:bodyPr/>
        <a:lstStyle/>
        <a:p>
          <a:endParaRPr lang="en-US"/>
        </a:p>
      </dgm:t>
    </dgm:pt>
    <dgm:pt modelId="{E39DD90D-719C-420E-B3E8-49069152D474}">
      <dgm:prSet/>
      <dgm:spPr/>
      <dgm:t>
        <a:bodyPr/>
        <a:lstStyle/>
        <a:p>
          <a:r>
            <a:rPr lang="en-US" dirty="0"/>
            <a:t>(f) A manager can review statistics like top 5 customers by invoice amount and top 5 books by sales quantity of that year.</a:t>
          </a:r>
        </a:p>
      </dgm:t>
    </dgm:pt>
    <dgm:pt modelId="{B5B2ED83-AB78-4B3A-BA35-A9E590AD7A49}" type="parTrans" cxnId="{32B37754-11D9-4CBB-B5D9-71879D28BCD1}">
      <dgm:prSet/>
      <dgm:spPr/>
      <dgm:t>
        <a:bodyPr/>
        <a:lstStyle/>
        <a:p>
          <a:endParaRPr lang="en-US"/>
        </a:p>
      </dgm:t>
    </dgm:pt>
    <dgm:pt modelId="{26DB381A-863E-4AF9-BC61-7875C80D3C49}" type="sibTrans" cxnId="{32B37754-11D9-4CBB-B5D9-71879D28BCD1}">
      <dgm:prSet/>
      <dgm:spPr/>
      <dgm:t>
        <a:bodyPr/>
        <a:lstStyle/>
        <a:p>
          <a:endParaRPr lang="en-US"/>
        </a:p>
      </dgm:t>
    </dgm:pt>
    <dgm:pt modelId="{C90D3AB5-83AC-4B3C-AA2B-1A79AB9BD60A}" type="pres">
      <dgm:prSet presAssocID="{DD5A276C-991B-468B-89EE-6E7F3926E79A}" presName="linear" presStyleCnt="0">
        <dgm:presLayoutVars>
          <dgm:animLvl val="lvl"/>
          <dgm:resizeHandles val="exact"/>
        </dgm:presLayoutVars>
      </dgm:prSet>
      <dgm:spPr/>
    </dgm:pt>
    <dgm:pt modelId="{EE4741BE-27F4-4F9D-919C-A98A68F78943}" type="pres">
      <dgm:prSet presAssocID="{C0D723E6-9B0D-40A6-851B-283D3EED3CF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54F96A1-D7E0-4D8D-A157-2332CC7210D4}" type="pres">
      <dgm:prSet presAssocID="{AD66C495-9F5D-4083-A9D1-762CC3BAA54D}" presName="spacer" presStyleCnt="0"/>
      <dgm:spPr/>
    </dgm:pt>
    <dgm:pt modelId="{3EED7206-54BE-4914-A2C7-B9817B54B488}" type="pres">
      <dgm:prSet presAssocID="{6CD04895-5BFA-45C6-87F0-F7A09DC6284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67D85FC-48E2-4506-9D28-B2C6BF1AB59D}" type="pres">
      <dgm:prSet presAssocID="{E8673388-81AF-478E-B8BD-16294C0CFE48}" presName="spacer" presStyleCnt="0"/>
      <dgm:spPr/>
    </dgm:pt>
    <dgm:pt modelId="{CD232B8C-FFE6-467E-AB9E-CBC069270C2E}" type="pres">
      <dgm:prSet presAssocID="{AFCAFE03-70D9-4264-AC28-FA909FA5E1F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4629D4B-FE11-42B5-B008-AAB035E80301}" type="pres">
      <dgm:prSet presAssocID="{E22DF09B-9900-4C2B-9B85-A3607698A0C5}" presName="spacer" presStyleCnt="0"/>
      <dgm:spPr/>
    </dgm:pt>
    <dgm:pt modelId="{0BA27E52-13A1-4347-844F-6E6126BAB3D8}" type="pres">
      <dgm:prSet presAssocID="{B8A9E604-B5B8-4270-A1B1-6F64F1035D2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2C0180-D403-48E7-BC36-504EEF6A6EEF}" type="pres">
      <dgm:prSet presAssocID="{E146521D-73A6-4696-A123-DC315A99C3B1}" presName="spacer" presStyleCnt="0"/>
      <dgm:spPr/>
    </dgm:pt>
    <dgm:pt modelId="{29238B96-6C79-418F-BC59-F43F8222DB35}" type="pres">
      <dgm:prSet presAssocID="{B888D83E-6D39-4344-9AD8-24DECD166E8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F3B6943-1EA2-4182-9DDC-D4BD0BD96B5A}" type="pres">
      <dgm:prSet presAssocID="{B995CCA7-1692-44D5-A541-EAB1F3B6D1B7}" presName="spacer" presStyleCnt="0"/>
      <dgm:spPr/>
    </dgm:pt>
    <dgm:pt modelId="{010AEA55-D3E8-4255-8695-EB5EF83034C9}" type="pres">
      <dgm:prSet presAssocID="{E39DD90D-719C-420E-B3E8-49069152D47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6B23B19-A62C-4865-9A4B-D5B1B31A81B9}" type="presOf" srcId="{6CD04895-5BFA-45C6-87F0-F7A09DC6284E}" destId="{3EED7206-54BE-4914-A2C7-B9817B54B488}" srcOrd="0" destOrd="0" presId="urn:microsoft.com/office/officeart/2005/8/layout/vList2"/>
    <dgm:cxn modelId="{FCCDAB20-BBCD-4D6A-A921-1D3A7B60B5AF}" type="presOf" srcId="{DD5A276C-991B-468B-89EE-6E7F3926E79A}" destId="{C90D3AB5-83AC-4B3C-AA2B-1A79AB9BD60A}" srcOrd="0" destOrd="0" presId="urn:microsoft.com/office/officeart/2005/8/layout/vList2"/>
    <dgm:cxn modelId="{D0098364-8E28-4A32-845F-A543AAE24477}" type="presOf" srcId="{B888D83E-6D39-4344-9AD8-24DECD166E8D}" destId="{29238B96-6C79-418F-BC59-F43F8222DB35}" srcOrd="0" destOrd="0" presId="urn:microsoft.com/office/officeart/2005/8/layout/vList2"/>
    <dgm:cxn modelId="{5DFA5A65-6B07-4AC5-8921-C5F707236AAE}" srcId="{DD5A276C-991B-468B-89EE-6E7F3926E79A}" destId="{C0D723E6-9B0D-40A6-851B-283D3EED3CFC}" srcOrd="0" destOrd="0" parTransId="{F4B7ACD5-C994-4E31-A69F-3F65602CB100}" sibTransId="{AD66C495-9F5D-4083-A9D1-762CC3BAA54D}"/>
    <dgm:cxn modelId="{18F43E6A-5740-400D-AE9C-03D009D64660}" srcId="{DD5A276C-991B-468B-89EE-6E7F3926E79A}" destId="{6CD04895-5BFA-45C6-87F0-F7A09DC6284E}" srcOrd="1" destOrd="0" parTransId="{6AE7241C-A06A-4ABC-B9E1-14F7C053B129}" sibTransId="{E8673388-81AF-478E-B8BD-16294C0CFE48}"/>
    <dgm:cxn modelId="{1FB26954-7D90-4D89-A095-C313551FA19E}" type="presOf" srcId="{E39DD90D-719C-420E-B3E8-49069152D474}" destId="{010AEA55-D3E8-4255-8695-EB5EF83034C9}" srcOrd="0" destOrd="0" presId="urn:microsoft.com/office/officeart/2005/8/layout/vList2"/>
    <dgm:cxn modelId="{32B37754-11D9-4CBB-B5D9-71879D28BCD1}" srcId="{DD5A276C-991B-468B-89EE-6E7F3926E79A}" destId="{E39DD90D-719C-420E-B3E8-49069152D474}" srcOrd="5" destOrd="0" parTransId="{B5B2ED83-AB78-4B3A-BA35-A9E590AD7A49}" sibTransId="{26DB381A-863E-4AF9-BC61-7875C80D3C49}"/>
    <dgm:cxn modelId="{6A1D6077-4112-4F31-BE42-B2CD92A97DD0}" type="presOf" srcId="{B8A9E604-B5B8-4270-A1B1-6F64F1035D29}" destId="{0BA27E52-13A1-4347-844F-6E6126BAB3D8}" srcOrd="0" destOrd="0" presId="urn:microsoft.com/office/officeart/2005/8/layout/vList2"/>
    <dgm:cxn modelId="{0BACFF98-287B-4AFD-A77C-3AE3F3CF741C}" type="presOf" srcId="{C0D723E6-9B0D-40A6-851B-283D3EED3CFC}" destId="{EE4741BE-27F4-4F9D-919C-A98A68F78943}" srcOrd="0" destOrd="0" presId="urn:microsoft.com/office/officeart/2005/8/layout/vList2"/>
    <dgm:cxn modelId="{FC466DBF-C239-483A-BBA0-42A670508521}" srcId="{DD5A276C-991B-468B-89EE-6E7F3926E79A}" destId="{AFCAFE03-70D9-4264-AC28-FA909FA5E1FF}" srcOrd="2" destOrd="0" parTransId="{D7DB2D02-C9B3-450A-B6B9-0647EDEBB5A0}" sibTransId="{E22DF09B-9900-4C2B-9B85-A3607698A0C5}"/>
    <dgm:cxn modelId="{C9418CD5-025A-41BF-BB8F-8F6A72915F1A}" srcId="{DD5A276C-991B-468B-89EE-6E7F3926E79A}" destId="{B8A9E604-B5B8-4270-A1B1-6F64F1035D29}" srcOrd="3" destOrd="0" parTransId="{A5944AAB-4992-4512-BD31-C3D2FA2E7E98}" sibTransId="{E146521D-73A6-4696-A123-DC315A99C3B1}"/>
    <dgm:cxn modelId="{2A9C58DD-363E-43F3-88E0-4F6CEA6033FD}" srcId="{DD5A276C-991B-468B-89EE-6E7F3926E79A}" destId="{B888D83E-6D39-4344-9AD8-24DECD166E8D}" srcOrd="4" destOrd="0" parTransId="{11C20413-EB3F-43E2-8A03-7E9BD1209FEF}" sibTransId="{B995CCA7-1692-44D5-A541-EAB1F3B6D1B7}"/>
    <dgm:cxn modelId="{42AF0BF8-DB83-4563-AC35-B5AE975E0503}" type="presOf" srcId="{AFCAFE03-70D9-4264-AC28-FA909FA5E1FF}" destId="{CD232B8C-FFE6-467E-AB9E-CBC069270C2E}" srcOrd="0" destOrd="0" presId="urn:microsoft.com/office/officeart/2005/8/layout/vList2"/>
    <dgm:cxn modelId="{4D141893-7524-4E43-9AF6-CCD3C0BB2A3A}" type="presParOf" srcId="{C90D3AB5-83AC-4B3C-AA2B-1A79AB9BD60A}" destId="{EE4741BE-27F4-4F9D-919C-A98A68F78943}" srcOrd="0" destOrd="0" presId="urn:microsoft.com/office/officeart/2005/8/layout/vList2"/>
    <dgm:cxn modelId="{C442A8D8-0D75-48A0-B970-028315040907}" type="presParOf" srcId="{C90D3AB5-83AC-4B3C-AA2B-1A79AB9BD60A}" destId="{354F96A1-D7E0-4D8D-A157-2332CC7210D4}" srcOrd="1" destOrd="0" presId="urn:microsoft.com/office/officeart/2005/8/layout/vList2"/>
    <dgm:cxn modelId="{34F47B76-7A12-427E-8101-E76B4BA9D2F5}" type="presParOf" srcId="{C90D3AB5-83AC-4B3C-AA2B-1A79AB9BD60A}" destId="{3EED7206-54BE-4914-A2C7-B9817B54B488}" srcOrd="2" destOrd="0" presId="urn:microsoft.com/office/officeart/2005/8/layout/vList2"/>
    <dgm:cxn modelId="{E2C88177-3D71-41D7-B8E6-4F0FF37B1F37}" type="presParOf" srcId="{C90D3AB5-83AC-4B3C-AA2B-1A79AB9BD60A}" destId="{D67D85FC-48E2-4506-9D28-B2C6BF1AB59D}" srcOrd="3" destOrd="0" presId="urn:microsoft.com/office/officeart/2005/8/layout/vList2"/>
    <dgm:cxn modelId="{FAA2C139-9E54-4A59-94E1-129980A6EEC5}" type="presParOf" srcId="{C90D3AB5-83AC-4B3C-AA2B-1A79AB9BD60A}" destId="{CD232B8C-FFE6-467E-AB9E-CBC069270C2E}" srcOrd="4" destOrd="0" presId="urn:microsoft.com/office/officeart/2005/8/layout/vList2"/>
    <dgm:cxn modelId="{8413060A-A9D6-4332-9E4E-A89811EFD0E0}" type="presParOf" srcId="{C90D3AB5-83AC-4B3C-AA2B-1A79AB9BD60A}" destId="{D4629D4B-FE11-42B5-B008-AAB035E80301}" srcOrd="5" destOrd="0" presId="urn:microsoft.com/office/officeart/2005/8/layout/vList2"/>
    <dgm:cxn modelId="{CD8A9301-7921-43E3-9DFD-D3BA1D459A46}" type="presParOf" srcId="{C90D3AB5-83AC-4B3C-AA2B-1A79AB9BD60A}" destId="{0BA27E52-13A1-4347-844F-6E6126BAB3D8}" srcOrd="6" destOrd="0" presId="urn:microsoft.com/office/officeart/2005/8/layout/vList2"/>
    <dgm:cxn modelId="{13361A61-A962-411A-B53D-307955DB1C1B}" type="presParOf" srcId="{C90D3AB5-83AC-4B3C-AA2B-1A79AB9BD60A}" destId="{D22C0180-D403-48E7-BC36-504EEF6A6EEF}" srcOrd="7" destOrd="0" presId="urn:microsoft.com/office/officeart/2005/8/layout/vList2"/>
    <dgm:cxn modelId="{3B12A69A-7C93-4605-BD01-3635161E89EE}" type="presParOf" srcId="{C90D3AB5-83AC-4B3C-AA2B-1A79AB9BD60A}" destId="{29238B96-6C79-418F-BC59-F43F8222DB35}" srcOrd="8" destOrd="0" presId="urn:microsoft.com/office/officeart/2005/8/layout/vList2"/>
    <dgm:cxn modelId="{E9452055-3560-4991-9A19-98DE8C66E7C1}" type="presParOf" srcId="{C90D3AB5-83AC-4B3C-AA2B-1A79AB9BD60A}" destId="{4F3B6943-1EA2-4182-9DDC-D4BD0BD96B5A}" srcOrd="9" destOrd="0" presId="urn:microsoft.com/office/officeart/2005/8/layout/vList2"/>
    <dgm:cxn modelId="{F7E4E396-E5C9-49C3-AF18-8EC74DBE1F02}" type="presParOf" srcId="{C90D3AB5-83AC-4B3C-AA2B-1A79AB9BD60A}" destId="{010AEA55-D3E8-4255-8695-EB5EF83034C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0D7C2F-060B-46E0-8341-EE60FF36CB27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BD2803B-2CC7-42F6-B4EA-E88EED9C47FA}">
      <dgm:prSet custT="1"/>
      <dgm:spPr/>
      <dgm:t>
        <a:bodyPr/>
        <a:lstStyle/>
        <a:p>
          <a:r>
            <a:rPr lang="en-US" sz="1600" dirty="0"/>
            <a:t>One of the main challenges I faced at the beginning was downloading MySQL database client library as it took me more than 2 hours to understand what I was missing.</a:t>
          </a:r>
        </a:p>
      </dgm:t>
    </dgm:pt>
    <dgm:pt modelId="{5754A710-4FAA-4310-AACA-0F3DC5505D70}" type="parTrans" cxnId="{FCBFB6FF-75E4-4CDE-909F-420CD99BEACF}">
      <dgm:prSet/>
      <dgm:spPr/>
      <dgm:t>
        <a:bodyPr/>
        <a:lstStyle/>
        <a:p>
          <a:endParaRPr lang="en-US"/>
        </a:p>
      </dgm:t>
    </dgm:pt>
    <dgm:pt modelId="{876CC165-7AC5-4C07-8061-66A93ECB2B02}" type="sibTrans" cxnId="{FCBFB6FF-75E4-4CDE-909F-420CD99BEACF}">
      <dgm:prSet/>
      <dgm:spPr/>
      <dgm:t>
        <a:bodyPr/>
        <a:lstStyle/>
        <a:p>
          <a:endParaRPr lang="en-US"/>
        </a:p>
      </dgm:t>
    </dgm:pt>
    <dgm:pt modelId="{CCFDE2BE-28F9-4340-B244-D78A3D500F84}">
      <dgm:prSet custT="1"/>
      <dgm:spPr/>
      <dgm:t>
        <a:bodyPr/>
        <a:lstStyle/>
        <a:p>
          <a:r>
            <a:rPr lang="en-US" sz="1600" dirty="0"/>
            <a:t>Another major challenge I faced was learning and implementing the application using database views.</a:t>
          </a:r>
        </a:p>
      </dgm:t>
    </dgm:pt>
    <dgm:pt modelId="{235CE177-D76A-4592-B01E-4ED76BAF5AB6}" type="parTrans" cxnId="{514B8B73-69D9-422C-A09F-9F8EE958164A}">
      <dgm:prSet/>
      <dgm:spPr/>
      <dgm:t>
        <a:bodyPr/>
        <a:lstStyle/>
        <a:p>
          <a:endParaRPr lang="en-US"/>
        </a:p>
      </dgm:t>
    </dgm:pt>
    <dgm:pt modelId="{2BEBF1EC-4689-4A17-ACFE-240CFD50E8D9}" type="sibTrans" cxnId="{514B8B73-69D9-422C-A09F-9F8EE958164A}">
      <dgm:prSet/>
      <dgm:spPr/>
      <dgm:t>
        <a:bodyPr/>
        <a:lstStyle/>
        <a:p>
          <a:endParaRPr lang="en-US"/>
        </a:p>
      </dgm:t>
    </dgm:pt>
    <dgm:pt modelId="{FA2C1828-ABF7-4966-A9F0-D1D8EA58EC05}">
      <dgm:prSet custT="1"/>
      <dgm:spPr/>
      <dgm:t>
        <a:bodyPr/>
        <a:lstStyle/>
        <a:p>
          <a:r>
            <a:rPr lang="en-US" sz="1600" dirty="0"/>
            <a:t>Last but not the least was implementing the shopping cart for extra credit in a limited timeframe.</a:t>
          </a:r>
        </a:p>
      </dgm:t>
    </dgm:pt>
    <dgm:pt modelId="{F6FA9733-DD1E-40DA-AE96-B772B5022BF2}" type="parTrans" cxnId="{A0935A1B-6DED-4AF8-B29B-3F8314F42F45}">
      <dgm:prSet/>
      <dgm:spPr/>
      <dgm:t>
        <a:bodyPr/>
        <a:lstStyle/>
        <a:p>
          <a:endParaRPr lang="en-US"/>
        </a:p>
      </dgm:t>
    </dgm:pt>
    <dgm:pt modelId="{3B77CFF5-CD99-437C-9E90-3C814FE4A75C}" type="sibTrans" cxnId="{A0935A1B-6DED-4AF8-B29B-3F8314F42F45}">
      <dgm:prSet/>
      <dgm:spPr/>
      <dgm:t>
        <a:bodyPr/>
        <a:lstStyle/>
        <a:p>
          <a:endParaRPr lang="en-US"/>
        </a:p>
      </dgm:t>
    </dgm:pt>
    <dgm:pt modelId="{F4E77D0E-79FF-476C-9E17-6E0A24B31D27}" type="pres">
      <dgm:prSet presAssocID="{100D7C2F-060B-46E0-8341-EE60FF36CB27}" presName="root" presStyleCnt="0">
        <dgm:presLayoutVars>
          <dgm:dir/>
          <dgm:resizeHandles val="exact"/>
        </dgm:presLayoutVars>
      </dgm:prSet>
      <dgm:spPr/>
    </dgm:pt>
    <dgm:pt modelId="{5CD8557E-3C81-4FA4-AC6C-6912F9969535}" type="pres">
      <dgm:prSet presAssocID="{DBD2803B-2CC7-42F6-B4EA-E88EED9C47FA}" presName="compNode" presStyleCnt="0"/>
      <dgm:spPr/>
    </dgm:pt>
    <dgm:pt modelId="{B216EB73-0E02-4A09-8B53-ADF2CDC5E3F1}" type="pres">
      <dgm:prSet presAssocID="{DBD2803B-2CC7-42F6-B4EA-E88EED9C47FA}" presName="iconRect" presStyleLbl="node1" presStyleIdx="0" presStyleCnt="3" custLinFactX="-96029" custLinFactNeighborX="-100000" custLinFactNeighborY="880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C54B60E-F132-4D85-BF08-7A859CB4004E}" type="pres">
      <dgm:prSet presAssocID="{DBD2803B-2CC7-42F6-B4EA-E88EED9C47FA}" presName="spaceRect" presStyleCnt="0"/>
      <dgm:spPr/>
    </dgm:pt>
    <dgm:pt modelId="{16E3A756-B2AB-41F8-95AE-F60F5607B862}" type="pres">
      <dgm:prSet presAssocID="{DBD2803B-2CC7-42F6-B4EA-E88EED9C47FA}" presName="textRect" presStyleLbl="revTx" presStyleIdx="0" presStyleCnt="3" custScaleX="112751" custScaleY="140708" custLinFactNeighborX="-95231" custLinFactNeighborY="16138">
        <dgm:presLayoutVars>
          <dgm:chMax val="1"/>
          <dgm:chPref val="1"/>
        </dgm:presLayoutVars>
      </dgm:prSet>
      <dgm:spPr/>
    </dgm:pt>
    <dgm:pt modelId="{D8C45913-9255-45E1-A42E-E248ECE6F8CA}" type="pres">
      <dgm:prSet presAssocID="{876CC165-7AC5-4C07-8061-66A93ECB2B02}" presName="sibTrans" presStyleCnt="0"/>
      <dgm:spPr/>
    </dgm:pt>
    <dgm:pt modelId="{23B73200-97B2-43F7-98EA-2966268C4CF2}" type="pres">
      <dgm:prSet presAssocID="{CCFDE2BE-28F9-4340-B244-D78A3D500F84}" presName="compNode" presStyleCnt="0"/>
      <dgm:spPr/>
    </dgm:pt>
    <dgm:pt modelId="{B35B27E9-342C-4B9C-B56B-516C73DB3A40}" type="pres">
      <dgm:prSet presAssocID="{CCFDE2BE-28F9-4340-B244-D78A3D500F84}" presName="iconRect" presStyleLbl="node1" presStyleIdx="1" presStyleCnt="3" custLinFactX="-248" custLinFactNeighborX="-100000" custLinFactNeighborY="-1012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B3BC4F4-8360-4E6C-8879-1DD7A91034E0}" type="pres">
      <dgm:prSet presAssocID="{CCFDE2BE-28F9-4340-B244-D78A3D500F84}" presName="spaceRect" presStyleCnt="0"/>
      <dgm:spPr/>
    </dgm:pt>
    <dgm:pt modelId="{AE862564-5AF0-420E-8C2B-01258557A424}" type="pres">
      <dgm:prSet presAssocID="{CCFDE2BE-28F9-4340-B244-D78A3D500F84}" presName="textRect" presStyleLbl="revTx" presStyleIdx="1" presStyleCnt="3" custScaleX="132436" custLinFactNeighborX="-46616" custLinFactNeighborY="-17671">
        <dgm:presLayoutVars>
          <dgm:chMax val="1"/>
          <dgm:chPref val="1"/>
        </dgm:presLayoutVars>
      </dgm:prSet>
      <dgm:spPr/>
    </dgm:pt>
    <dgm:pt modelId="{D8D4DD81-25D6-49E9-92D1-023A9548E69C}" type="pres">
      <dgm:prSet presAssocID="{2BEBF1EC-4689-4A17-ACFE-240CFD50E8D9}" presName="sibTrans" presStyleCnt="0"/>
      <dgm:spPr/>
    </dgm:pt>
    <dgm:pt modelId="{93C232C6-068D-4804-85A8-7FDE8B2BB694}" type="pres">
      <dgm:prSet presAssocID="{FA2C1828-ABF7-4966-A9F0-D1D8EA58EC05}" presName="compNode" presStyleCnt="0"/>
      <dgm:spPr/>
    </dgm:pt>
    <dgm:pt modelId="{40AF098E-DC1A-447F-A44D-F4173926D0C7}" type="pres">
      <dgm:prSet presAssocID="{FA2C1828-ABF7-4966-A9F0-D1D8EA58EC05}" presName="iconRect" presStyleLbl="node1" presStyleIdx="2" presStyleCnt="3" custLinFactNeighborY="1022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BEB086A1-A486-46B5-8C4B-A52570CAE1A4}" type="pres">
      <dgm:prSet presAssocID="{FA2C1828-ABF7-4966-A9F0-D1D8EA58EC05}" presName="spaceRect" presStyleCnt="0"/>
      <dgm:spPr/>
    </dgm:pt>
    <dgm:pt modelId="{DFC0BD2D-9B18-4127-9035-D88BB0C8AFFF}" type="pres">
      <dgm:prSet presAssocID="{FA2C1828-ABF7-4966-A9F0-D1D8EA58EC05}" presName="textRect" presStyleLbl="revTx" presStyleIdx="2" presStyleCnt="3" custScaleX="107533" custScaleY="132608" custLinFactNeighborX="-6819" custLinFactNeighborY="6785">
        <dgm:presLayoutVars>
          <dgm:chMax val="1"/>
          <dgm:chPref val="1"/>
        </dgm:presLayoutVars>
      </dgm:prSet>
      <dgm:spPr/>
    </dgm:pt>
  </dgm:ptLst>
  <dgm:cxnLst>
    <dgm:cxn modelId="{A0935A1B-6DED-4AF8-B29B-3F8314F42F45}" srcId="{100D7C2F-060B-46E0-8341-EE60FF36CB27}" destId="{FA2C1828-ABF7-4966-A9F0-D1D8EA58EC05}" srcOrd="2" destOrd="0" parTransId="{F6FA9733-DD1E-40DA-AE96-B772B5022BF2}" sibTransId="{3B77CFF5-CD99-437C-9E90-3C814FE4A75C}"/>
    <dgm:cxn modelId="{6D81FB6C-13DB-4614-AC9C-51F8923703E0}" type="presOf" srcId="{DBD2803B-2CC7-42F6-B4EA-E88EED9C47FA}" destId="{16E3A756-B2AB-41F8-95AE-F60F5607B862}" srcOrd="0" destOrd="0" presId="urn:microsoft.com/office/officeart/2018/2/layout/IconLabelList"/>
    <dgm:cxn modelId="{86D43671-D0A1-4791-84F2-27276A5F62E4}" type="presOf" srcId="{CCFDE2BE-28F9-4340-B244-D78A3D500F84}" destId="{AE862564-5AF0-420E-8C2B-01258557A424}" srcOrd="0" destOrd="0" presId="urn:microsoft.com/office/officeart/2018/2/layout/IconLabelList"/>
    <dgm:cxn modelId="{514B8B73-69D9-422C-A09F-9F8EE958164A}" srcId="{100D7C2F-060B-46E0-8341-EE60FF36CB27}" destId="{CCFDE2BE-28F9-4340-B244-D78A3D500F84}" srcOrd="1" destOrd="0" parTransId="{235CE177-D76A-4592-B01E-4ED76BAF5AB6}" sibTransId="{2BEBF1EC-4689-4A17-ACFE-240CFD50E8D9}"/>
    <dgm:cxn modelId="{E2DEBB97-1196-4552-90E4-1FE4BEECBF35}" type="presOf" srcId="{FA2C1828-ABF7-4966-A9F0-D1D8EA58EC05}" destId="{DFC0BD2D-9B18-4127-9035-D88BB0C8AFFF}" srcOrd="0" destOrd="0" presId="urn:microsoft.com/office/officeart/2018/2/layout/IconLabelList"/>
    <dgm:cxn modelId="{4FF14BEC-AE4C-4431-B3CD-0AF152DE53D2}" type="presOf" srcId="{100D7C2F-060B-46E0-8341-EE60FF36CB27}" destId="{F4E77D0E-79FF-476C-9E17-6E0A24B31D27}" srcOrd="0" destOrd="0" presId="urn:microsoft.com/office/officeart/2018/2/layout/IconLabelList"/>
    <dgm:cxn modelId="{FCBFB6FF-75E4-4CDE-909F-420CD99BEACF}" srcId="{100D7C2F-060B-46E0-8341-EE60FF36CB27}" destId="{DBD2803B-2CC7-42F6-B4EA-E88EED9C47FA}" srcOrd="0" destOrd="0" parTransId="{5754A710-4FAA-4310-AACA-0F3DC5505D70}" sibTransId="{876CC165-7AC5-4C07-8061-66A93ECB2B02}"/>
    <dgm:cxn modelId="{3B63146D-B264-4F30-AD81-07E0DA646B80}" type="presParOf" srcId="{F4E77D0E-79FF-476C-9E17-6E0A24B31D27}" destId="{5CD8557E-3C81-4FA4-AC6C-6912F9969535}" srcOrd="0" destOrd="0" presId="urn:microsoft.com/office/officeart/2018/2/layout/IconLabelList"/>
    <dgm:cxn modelId="{298AED4F-3C9F-461B-A7BC-EA1C706BEA82}" type="presParOf" srcId="{5CD8557E-3C81-4FA4-AC6C-6912F9969535}" destId="{B216EB73-0E02-4A09-8B53-ADF2CDC5E3F1}" srcOrd="0" destOrd="0" presId="urn:microsoft.com/office/officeart/2018/2/layout/IconLabelList"/>
    <dgm:cxn modelId="{2EB01348-A8EA-4308-9FEF-F55C31A1B80F}" type="presParOf" srcId="{5CD8557E-3C81-4FA4-AC6C-6912F9969535}" destId="{7C54B60E-F132-4D85-BF08-7A859CB4004E}" srcOrd="1" destOrd="0" presId="urn:microsoft.com/office/officeart/2018/2/layout/IconLabelList"/>
    <dgm:cxn modelId="{A2743A43-1F7C-40B2-8133-2867C42914D4}" type="presParOf" srcId="{5CD8557E-3C81-4FA4-AC6C-6912F9969535}" destId="{16E3A756-B2AB-41F8-95AE-F60F5607B862}" srcOrd="2" destOrd="0" presId="urn:microsoft.com/office/officeart/2018/2/layout/IconLabelList"/>
    <dgm:cxn modelId="{AC7B473A-B314-42F1-952E-8BE08099D7C7}" type="presParOf" srcId="{F4E77D0E-79FF-476C-9E17-6E0A24B31D27}" destId="{D8C45913-9255-45E1-A42E-E248ECE6F8CA}" srcOrd="1" destOrd="0" presId="urn:microsoft.com/office/officeart/2018/2/layout/IconLabelList"/>
    <dgm:cxn modelId="{CEA5308D-D881-4415-8393-38792E49F6D9}" type="presParOf" srcId="{F4E77D0E-79FF-476C-9E17-6E0A24B31D27}" destId="{23B73200-97B2-43F7-98EA-2966268C4CF2}" srcOrd="2" destOrd="0" presId="urn:microsoft.com/office/officeart/2018/2/layout/IconLabelList"/>
    <dgm:cxn modelId="{CE5FA4B0-6DE6-4F11-9DC8-8ED9A6FC17A3}" type="presParOf" srcId="{23B73200-97B2-43F7-98EA-2966268C4CF2}" destId="{B35B27E9-342C-4B9C-B56B-516C73DB3A40}" srcOrd="0" destOrd="0" presId="urn:microsoft.com/office/officeart/2018/2/layout/IconLabelList"/>
    <dgm:cxn modelId="{D55B6EAF-4A49-46B5-94F8-6CE8E83398CF}" type="presParOf" srcId="{23B73200-97B2-43F7-98EA-2966268C4CF2}" destId="{0B3BC4F4-8360-4E6C-8879-1DD7A91034E0}" srcOrd="1" destOrd="0" presId="urn:microsoft.com/office/officeart/2018/2/layout/IconLabelList"/>
    <dgm:cxn modelId="{A991405A-524C-439A-8873-B114376F896D}" type="presParOf" srcId="{23B73200-97B2-43F7-98EA-2966268C4CF2}" destId="{AE862564-5AF0-420E-8C2B-01258557A424}" srcOrd="2" destOrd="0" presId="urn:microsoft.com/office/officeart/2018/2/layout/IconLabelList"/>
    <dgm:cxn modelId="{95F9CA0F-7B9F-467B-8049-28330243F16E}" type="presParOf" srcId="{F4E77D0E-79FF-476C-9E17-6E0A24B31D27}" destId="{D8D4DD81-25D6-49E9-92D1-023A9548E69C}" srcOrd="3" destOrd="0" presId="urn:microsoft.com/office/officeart/2018/2/layout/IconLabelList"/>
    <dgm:cxn modelId="{315DD592-9E9A-4BA3-B946-84BAF3E94479}" type="presParOf" srcId="{F4E77D0E-79FF-476C-9E17-6E0A24B31D27}" destId="{93C232C6-068D-4804-85A8-7FDE8B2BB694}" srcOrd="4" destOrd="0" presId="urn:microsoft.com/office/officeart/2018/2/layout/IconLabelList"/>
    <dgm:cxn modelId="{12AEF839-C77A-444F-9CA8-8834395D1A55}" type="presParOf" srcId="{93C232C6-068D-4804-85A8-7FDE8B2BB694}" destId="{40AF098E-DC1A-447F-A44D-F4173926D0C7}" srcOrd="0" destOrd="0" presId="urn:microsoft.com/office/officeart/2018/2/layout/IconLabelList"/>
    <dgm:cxn modelId="{ED2721AD-BF2E-4A02-A5D8-B9DBC60E9B86}" type="presParOf" srcId="{93C232C6-068D-4804-85A8-7FDE8B2BB694}" destId="{BEB086A1-A486-46B5-8C4B-A52570CAE1A4}" srcOrd="1" destOrd="0" presId="urn:microsoft.com/office/officeart/2018/2/layout/IconLabelList"/>
    <dgm:cxn modelId="{D727D0DA-1759-43C9-BBE8-6B09F3747027}" type="presParOf" srcId="{93C232C6-068D-4804-85A8-7FDE8B2BB694}" destId="{DFC0BD2D-9B18-4127-9035-D88BB0C8AFF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8D87FB-444C-4DEB-9117-EA927B45035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85C4B5-0851-438A-9B7C-A5DBEB705447}">
      <dgm:prSet/>
      <dgm:spPr/>
      <dgm:t>
        <a:bodyPr/>
        <a:lstStyle/>
        <a:p>
          <a:r>
            <a:rPr lang="en-US" dirty="0"/>
            <a:t>One of the main differences from Phase-1 was that a Manager has to have another separate customer account to purchase books.</a:t>
          </a:r>
        </a:p>
      </dgm:t>
    </dgm:pt>
    <dgm:pt modelId="{B8444D8F-7215-45F5-A89D-4715675999B0}" type="parTrans" cxnId="{FB9307BE-9146-43C1-8233-6CEB55B56770}">
      <dgm:prSet/>
      <dgm:spPr/>
      <dgm:t>
        <a:bodyPr/>
        <a:lstStyle/>
        <a:p>
          <a:endParaRPr lang="en-US"/>
        </a:p>
      </dgm:t>
    </dgm:pt>
    <dgm:pt modelId="{01AC2B9C-BBE6-467D-817D-3D24D6C7844E}" type="sibTrans" cxnId="{FB9307BE-9146-43C1-8233-6CEB55B56770}">
      <dgm:prSet/>
      <dgm:spPr/>
      <dgm:t>
        <a:bodyPr/>
        <a:lstStyle/>
        <a:p>
          <a:endParaRPr lang="en-US"/>
        </a:p>
      </dgm:t>
    </dgm:pt>
    <dgm:pt modelId="{8EDB24D1-18C1-421C-B20A-05C425245B3C}">
      <dgm:prSet/>
      <dgm:spPr/>
      <dgm:t>
        <a:bodyPr/>
        <a:lstStyle/>
        <a:p>
          <a:r>
            <a:rPr lang="en-US"/>
            <a:t>Logic used in the functionality for recommending books for Customers.</a:t>
          </a:r>
        </a:p>
      </dgm:t>
    </dgm:pt>
    <dgm:pt modelId="{821D3B5A-79D6-4AE7-AC28-F6194ACD7295}" type="parTrans" cxnId="{B1891D54-EE42-4A97-B1AC-E48C5CD2D2E5}">
      <dgm:prSet/>
      <dgm:spPr/>
      <dgm:t>
        <a:bodyPr/>
        <a:lstStyle/>
        <a:p>
          <a:endParaRPr lang="en-US"/>
        </a:p>
      </dgm:t>
    </dgm:pt>
    <dgm:pt modelId="{03E0EEEC-1C05-49AA-9D24-99F8ACA680EF}" type="sibTrans" cxnId="{B1891D54-EE42-4A97-B1AC-E48C5CD2D2E5}">
      <dgm:prSet/>
      <dgm:spPr/>
      <dgm:t>
        <a:bodyPr/>
        <a:lstStyle/>
        <a:p>
          <a:endParaRPr lang="en-US"/>
        </a:p>
      </dgm:t>
    </dgm:pt>
    <dgm:pt modelId="{1AB106C9-10E8-43AE-B7F7-6C57B14ED0F6}" type="pres">
      <dgm:prSet presAssocID="{F78D87FB-444C-4DEB-9117-EA927B450352}" presName="root" presStyleCnt="0">
        <dgm:presLayoutVars>
          <dgm:dir/>
          <dgm:resizeHandles val="exact"/>
        </dgm:presLayoutVars>
      </dgm:prSet>
      <dgm:spPr/>
    </dgm:pt>
    <dgm:pt modelId="{C4D84C8F-2FF6-4C1D-8708-0CDA4C5E2EC5}" type="pres">
      <dgm:prSet presAssocID="{F885C4B5-0851-438A-9B7C-A5DBEB705447}" presName="compNode" presStyleCnt="0"/>
      <dgm:spPr/>
    </dgm:pt>
    <dgm:pt modelId="{279ABB4A-0E71-4B83-9F71-921218C4FDC1}" type="pres">
      <dgm:prSet presAssocID="{F885C4B5-0851-438A-9B7C-A5DBEB705447}" presName="bgRect" presStyleLbl="bgShp" presStyleIdx="0" presStyleCnt="2"/>
      <dgm:spPr/>
    </dgm:pt>
    <dgm:pt modelId="{6B58BC9D-7099-4BF8-AEAC-F56C28C31D63}" type="pres">
      <dgm:prSet presAssocID="{F885C4B5-0851-438A-9B7C-A5DBEB70544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DA0D9C96-C8D2-471D-9FE5-C73D2CEDCAA3}" type="pres">
      <dgm:prSet presAssocID="{F885C4B5-0851-438A-9B7C-A5DBEB705447}" presName="spaceRect" presStyleCnt="0"/>
      <dgm:spPr/>
    </dgm:pt>
    <dgm:pt modelId="{A2AB2303-14EB-4515-A55F-CD103DDAD3F4}" type="pres">
      <dgm:prSet presAssocID="{F885C4B5-0851-438A-9B7C-A5DBEB705447}" presName="parTx" presStyleLbl="revTx" presStyleIdx="0" presStyleCnt="2">
        <dgm:presLayoutVars>
          <dgm:chMax val="0"/>
          <dgm:chPref val="0"/>
        </dgm:presLayoutVars>
      </dgm:prSet>
      <dgm:spPr/>
    </dgm:pt>
    <dgm:pt modelId="{6F95DDE9-1754-43E0-8B3A-42EFB279DD22}" type="pres">
      <dgm:prSet presAssocID="{01AC2B9C-BBE6-467D-817D-3D24D6C7844E}" presName="sibTrans" presStyleCnt="0"/>
      <dgm:spPr/>
    </dgm:pt>
    <dgm:pt modelId="{D90AA84E-DBE1-4423-B2E9-BC6B45F84D78}" type="pres">
      <dgm:prSet presAssocID="{8EDB24D1-18C1-421C-B20A-05C425245B3C}" presName="compNode" presStyleCnt="0"/>
      <dgm:spPr/>
    </dgm:pt>
    <dgm:pt modelId="{422675A4-9549-475D-B75A-DE2F097E467D}" type="pres">
      <dgm:prSet presAssocID="{8EDB24D1-18C1-421C-B20A-05C425245B3C}" presName="bgRect" presStyleLbl="bgShp" presStyleIdx="1" presStyleCnt="2"/>
      <dgm:spPr/>
    </dgm:pt>
    <dgm:pt modelId="{32B465CA-0BE7-4FC5-8CE6-6D800416E321}" type="pres">
      <dgm:prSet presAssocID="{8EDB24D1-18C1-421C-B20A-05C425245B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66D06A4-F4AB-466F-B3EC-904E34B605EF}" type="pres">
      <dgm:prSet presAssocID="{8EDB24D1-18C1-421C-B20A-05C425245B3C}" presName="spaceRect" presStyleCnt="0"/>
      <dgm:spPr/>
    </dgm:pt>
    <dgm:pt modelId="{BE9D779A-292F-4850-B3CA-209092715D39}" type="pres">
      <dgm:prSet presAssocID="{8EDB24D1-18C1-421C-B20A-05C425245B3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0799A0A-06E6-416A-BE62-C38E927030E2}" type="presOf" srcId="{F78D87FB-444C-4DEB-9117-EA927B450352}" destId="{1AB106C9-10E8-43AE-B7F7-6C57B14ED0F6}" srcOrd="0" destOrd="0" presId="urn:microsoft.com/office/officeart/2018/2/layout/IconVerticalSolidList"/>
    <dgm:cxn modelId="{B1891D54-EE42-4A97-B1AC-E48C5CD2D2E5}" srcId="{F78D87FB-444C-4DEB-9117-EA927B450352}" destId="{8EDB24D1-18C1-421C-B20A-05C425245B3C}" srcOrd="1" destOrd="0" parTransId="{821D3B5A-79D6-4AE7-AC28-F6194ACD7295}" sibTransId="{03E0EEEC-1C05-49AA-9D24-99F8ACA680EF}"/>
    <dgm:cxn modelId="{3868AA74-7816-4E4B-9594-DA8F0CFBB3CE}" type="presOf" srcId="{F885C4B5-0851-438A-9B7C-A5DBEB705447}" destId="{A2AB2303-14EB-4515-A55F-CD103DDAD3F4}" srcOrd="0" destOrd="0" presId="urn:microsoft.com/office/officeart/2018/2/layout/IconVerticalSolidList"/>
    <dgm:cxn modelId="{9B3C2D7C-5641-4079-9128-04B269068905}" type="presOf" srcId="{8EDB24D1-18C1-421C-B20A-05C425245B3C}" destId="{BE9D779A-292F-4850-B3CA-209092715D39}" srcOrd="0" destOrd="0" presId="urn:microsoft.com/office/officeart/2018/2/layout/IconVerticalSolidList"/>
    <dgm:cxn modelId="{FB9307BE-9146-43C1-8233-6CEB55B56770}" srcId="{F78D87FB-444C-4DEB-9117-EA927B450352}" destId="{F885C4B5-0851-438A-9B7C-A5DBEB705447}" srcOrd="0" destOrd="0" parTransId="{B8444D8F-7215-45F5-A89D-4715675999B0}" sibTransId="{01AC2B9C-BBE6-467D-817D-3D24D6C7844E}"/>
    <dgm:cxn modelId="{93767828-263F-4736-869F-AAEDBF7EE28D}" type="presParOf" srcId="{1AB106C9-10E8-43AE-B7F7-6C57B14ED0F6}" destId="{C4D84C8F-2FF6-4C1D-8708-0CDA4C5E2EC5}" srcOrd="0" destOrd="0" presId="urn:microsoft.com/office/officeart/2018/2/layout/IconVerticalSolidList"/>
    <dgm:cxn modelId="{8CA3D8A7-93C6-4CFB-93D5-4AA73CFA2633}" type="presParOf" srcId="{C4D84C8F-2FF6-4C1D-8708-0CDA4C5E2EC5}" destId="{279ABB4A-0E71-4B83-9F71-921218C4FDC1}" srcOrd="0" destOrd="0" presId="urn:microsoft.com/office/officeart/2018/2/layout/IconVerticalSolidList"/>
    <dgm:cxn modelId="{368CD44F-CDB1-414E-B0C0-B49A31073781}" type="presParOf" srcId="{C4D84C8F-2FF6-4C1D-8708-0CDA4C5E2EC5}" destId="{6B58BC9D-7099-4BF8-AEAC-F56C28C31D63}" srcOrd="1" destOrd="0" presId="urn:microsoft.com/office/officeart/2018/2/layout/IconVerticalSolidList"/>
    <dgm:cxn modelId="{91B4C21E-39CF-47BA-9A1C-4CC656093E0D}" type="presParOf" srcId="{C4D84C8F-2FF6-4C1D-8708-0CDA4C5E2EC5}" destId="{DA0D9C96-C8D2-471D-9FE5-C73D2CEDCAA3}" srcOrd="2" destOrd="0" presId="urn:microsoft.com/office/officeart/2018/2/layout/IconVerticalSolidList"/>
    <dgm:cxn modelId="{F0445CC5-42B9-4A76-B829-60F779088818}" type="presParOf" srcId="{C4D84C8F-2FF6-4C1D-8708-0CDA4C5E2EC5}" destId="{A2AB2303-14EB-4515-A55F-CD103DDAD3F4}" srcOrd="3" destOrd="0" presId="urn:microsoft.com/office/officeart/2018/2/layout/IconVerticalSolidList"/>
    <dgm:cxn modelId="{E885F41C-234C-46C9-AA28-CA7A65584A2D}" type="presParOf" srcId="{1AB106C9-10E8-43AE-B7F7-6C57B14ED0F6}" destId="{6F95DDE9-1754-43E0-8B3A-42EFB279DD22}" srcOrd="1" destOrd="0" presId="urn:microsoft.com/office/officeart/2018/2/layout/IconVerticalSolidList"/>
    <dgm:cxn modelId="{5AF08DBF-577E-49D1-B231-926E385F8214}" type="presParOf" srcId="{1AB106C9-10E8-43AE-B7F7-6C57B14ED0F6}" destId="{D90AA84E-DBE1-4423-B2E9-BC6B45F84D78}" srcOrd="2" destOrd="0" presId="urn:microsoft.com/office/officeart/2018/2/layout/IconVerticalSolidList"/>
    <dgm:cxn modelId="{35B2D1B9-E6D0-4D04-8853-C62ECC96878B}" type="presParOf" srcId="{D90AA84E-DBE1-4423-B2E9-BC6B45F84D78}" destId="{422675A4-9549-475D-B75A-DE2F097E467D}" srcOrd="0" destOrd="0" presId="urn:microsoft.com/office/officeart/2018/2/layout/IconVerticalSolidList"/>
    <dgm:cxn modelId="{F3C4C805-9EFD-428B-BFD2-5F7074D011BE}" type="presParOf" srcId="{D90AA84E-DBE1-4423-B2E9-BC6B45F84D78}" destId="{32B465CA-0BE7-4FC5-8CE6-6D800416E321}" srcOrd="1" destOrd="0" presId="urn:microsoft.com/office/officeart/2018/2/layout/IconVerticalSolidList"/>
    <dgm:cxn modelId="{DA35EF6A-CC83-4716-A4B5-B7827BF6F18C}" type="presParOf" srcId="{D90AA84E-DBE1-4423-B2E9-BC6B45F84D78}" destId="{F66D06A4-F4AB-466F-B3EC-904E34B605EF}" srcOrd="2" destOrd="0" presId="urn:microsoft.com/office/officeart/2018/2/layout/IconVerticalSolidList"/>
    <dgm:cxn modelId="{3C3EAB5F-C564-4335-9E3E-740B38B39C89}" type="presParOf" srcId="{D90AA84E-DBE1-4423-B2E9-BC6B45F84D78}" destId="{BE9D779A-292F-4850-B3CA-209092715D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15879-248D-4BC9-86ED-943B6E912DCC}">
      <dsp:nvSpPr>
        <dsp:cNvPr id="0" name=""/>
        <dsp:cNvSpPr/>
      </dsp:nvSpPr>
      <dsp:spPr>
        <a:xfrm>
          <a:off x="0" y="267"/>
          <a:ext cx="6858000" cy="637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AC3E9F-25C1-4A28-A855-4B8CF528CE66}">
      <dsp:nvSpPr>
        <dsp:cNvPr id="0" name=""/>
        <dsp:cNvSpPr/>
      </dsp:nvSpPr>
      <dsp:spPr>
        <a:xfrm>
          <a:off x="192900" y="143746"/>
          <a:ext cx="350727" cy="3507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6908B-3000-4F13-B5E0-FC7B79D633A2}">
      <dsp:nvSpPr>
        <dsp:cNvPr id="0" name=""/>
        <dsp:cNvSpPr/>
      </dsp:nvSpPr>
      <dsp:spPr>
        <a:xfrm>
          <a:off x="736528" y="0"/>
          <a:ext cx="6121471" cy="6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89" tIns="67489" rIns="67489" bIns="674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 customer can register themselves and login to their own account to utilize functionalities like:</a:t>
          </a:r>
        </a:p>
      </dsp:txBody>
      <dsp:txXfrm>
        <a:off x="736528" y="0"/>
        <a:ext cx="6121471" cy="637687"/>
      </dsp:txXfrm>
    </dsp:sp>
    <dsp:sp modelId="{3F4DEE17-766E-45E8-9A7C-7127A91CFB85}">
      <dsp:nvSpPr>
        <dsp:cNvPr id="0" name=""/>
        <dsp:cNvSpPr/>
      </dsp:nvSpPr>
      <dsp:spPr>
        <a:xfrm>
          <a:off x="0" y="797376"/>
          <a:ext cx="6858000" cy="637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AD603-CD3E-46C2-BF00-717D51138818}">
      <dsp:nvSpPr>
        <dsp:cNvPr id="0" name=""/>
        <dsp:cNvSpPr/>
      </dsp:nvSpPr>
      <dsp:spPr>
        <a:xfrm>
          <a:off x="192900" y="940855"/>
          <a:ext cx="350727" cy="3507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DE1C9-23E5-4EE4-A1CB-E1CF993B1154}">
      <dsp:nvSpPr>
        <dsp:cNvPr id="0" name=""/>
        <dsp:cNvSpPr/>
      </dsp:nvSpPr>
      <dsp:spPr>
        <a:xfrm>
          <a:off x="736528" y="797376"/>
          <a:ext cx="6121471" cy="6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89" tIns="67489" rIns="67489" bIns="674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(a)Searching for a book based on author/publisher/title/subject.</a:t>
          </a:r>
        </a:p>
      </dsp:txBody>
      <dsp:txXfrm>
        <a:off x="736528" y="797376"/>
        <a:ext cx="6121471" cy="637687"/>
      </dsp:txXfrm>
    </dsp:sp>
    <dsp:sp modelId="{3DDB96CE-47D2-4C0B-88B9-7877BF62A0B0}">
      <dsp:nvSpPr>
        <dsp:cNvPr id="0" name=""/>
        <dsp:cNvSpPr/>
      </dsp:nvSpPr>
      <dsp:spPr>
        <a:xfrm>
          <a:off x="0" y="1594485"/>
          <a:ext cx="6858000" cy="637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CA8A7-1A8F-43B9-9262-A9B045FB924A}">
      <dsp:nvSpPr>
        <dsp:cNvPr id="0" name=""/>
        <dsp:cNvSpPr/>
      </dsp:nvSpPr>
      <dsp:spPr>
        <a:xfrm>
          <a:off x="192900" y="1737964"/>
          <a:ext cx="350727" cy="3507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6E53D-6AE1-4771-9B8B-77B3210144D4}">
      <dsp:nvSpPr>
        <dsp:cNvPr id="0" name=""/>
        <dsp:cNvSpPr/>
      </dsp:nvSpPr>
      <dsp:spPr>
        <a:xfrm>
          <a:off x="736528" y="1594485"/>
          <a:ext cx="6121471" cy="6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89" tIns="67489" rIns="67489" bIns="674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(b)Checking their previous orders and their Delivery status.</a:t>
          </a:r>
        </a:p>
      </dsp:txBody>
      <dsp:txXfrm>
        <a:off x="736528" y="1594485"/>
        <a:ext cx="6121471" cy="637687"/>
      </dsp:txXfrm>
    </dsp:sp>
    <dsp:sp modelId="{9A6F6ABB-7BAD-45DC-AEDA-9863AF036C54}">
      <dsp:nvSpPr>
        <dsp:cNvPr id="0" name=""/>
        <dsp:cNvSpPr/>
      </dsp:nvSpPr>
      <dsp:spPr>
        <a:xfrm>
          <a:off x="0" y="2391594"/>
          <a:ext cx="6858000" cy="637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0B321-672A-451F-9580-4094D706798E}">
      <dsp:nvSpPr>
        <dsp:cNvPr id="0" name=""/>
        <dsp:cNvSpPr/>
      </dsp:nvSpPr>
      <dsp:spPr>
        <a:xfrm>
          <a:off x="192900" y="2535073"/>
          <a:ext cx="350727" cy="3507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4A03F-4ED9-4255-AD60-FD28FCF8591B}">
      <dsp:nvSpPr>
        <dsp:cNvPr id="0" name=""/>
        <dsp:cNvSpPr/>
      </dsp:nvSpPr>
      <dsp:spPr>
        <a:xfrm>
          <a:off x="736528" y="2391594"/>
          <a:ext cx="6121471" cy="6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89" tIns="67489" rIns="67489" bIns="674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(c)Checking recommended books for them based on their previous purchases.</a:t>
          </a:r>
        </a:p>
      </dsp:txBody>
      <dsp:txXfrm>
        <a:off x="736528" y="2391594"/>
        <a:ext cx="6121471" cy="637687"/>
      </dsp:txXfrm>
    </dsp:sp>
    <dsp:sp modelId="{48E2076C-A7D5-4398-94BD-A0F94FD551AC}">
      <dsp:nvSpPr>
        <dsp:cNvPr id="0" name=""/>
        <dsp:cNvSpPr/>
      </dsp:nvSpPr>
      <dsp:spPr>
        <a:xfrm>
          <a:off x="0" y="3188702"/>
          <a:ext cx="6858000" cy="637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272EB-9BF2-4546-8CB4-10D4A1729026}">
      <dsp:nvSpPr>
        <dsp:cNvPr id="0" name=""/>
        <dsp:cNvSpPr/>
      </dsp:nvSpPr>
      <dsp:spPr>
        <a:xfrm>
          <a:off x="192900" y="3332182"/>
          <a:ext cx="350727" cy="35072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9DFCB-3EA9-4549-BFC8-49B2E5105FBD}">
      <dsp:nvSpPr>
        <dsp:cNvPr id="0" name=""/>
        <dsp:cNvSpPr/>
      </dsp:nvSpPr>
      <dsp:spPr>
        <a:xfrm>
          <a:off x="736528" y="3188702"/>
          <a:ext cx="6121471" cy="6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89" tIns="67489" rIns="67489" bIns="674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(d)Checking comments placed for books by multiple users. </a:t>
          </a:r>
        </a:p>
      </dsp:txBody>
      <dsp:txXfrm>
        <a:off x="736528" y="3188702"/>
        <a:ext cx="6121471" cy="637687"/>
      </dsp:txXfrm>
    </dsp:sp>
    <dsp:sp modelId="{E0C3A1AD-8415-4023-B1D8-7EAE1EF5688E}">
      <dsp:nvSpPr>
        <dsp:cNvPr id="0" name=""/>
        <dsp:cNvSpPr/>
      </dsp:nvSpPr>
      <dsp:spPr>
        <a:xfrm>
          <a:off x="0" y="4128111"/>
          <a:ext cx="6858000" cy="637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9CB21B-46F8-4076-BE2A-4BDE67A96630}">
      <dsp:nvSpPr>
        <dsp:cNvPr id="0" name=""/>
        <dsp:cNvSpPr/>
      </dsp:nvSpPr>
      <dsp:spPr>
        <a:xfrm>
          <a:off x="192900" y="4271591"/>
          <a:ext cx="350727" cy="35072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AF2A1-39D7-4612-9DC4-48DE63585B0F}">
      <dsp:nvSpPr>
        <dsp:cNvPr id="0" name=""/>
        <dsp:cNvSpPr/>
      </dsp:nvSpPr>
      <dsp:spPr>
        <a:xfrm>
          <a:off x="736528" y="3985811"/>
          <a:ext cx="6121471" cy="922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89" tIns="67489" rIns="67489" bIns="674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(e)Checking other customer profiles to view basic information and their comments so that they can choose how useful a comment was and also rate the customer as trusted or non-trusted.</a:t>
          </a:r>
        </a:p>
      </dsp:txBody>
      <dsp:txXfrm>
        <a:off x="736528" y="3985811"/>
        <a:ext cx="6121471" cy="922286"/>
      </dsp:txXfrm>
    </dsp:sp>
    <dsp:sp modelId="{96886496-84DB-4177-A4A1-4D44A626F8EF}">
      <dsp:nvSpPr>
        <dsp:cNvPr id="0" name=""/>
        <dsp:cNvSpPr/>
      </dsp:nvSpPr>
      <dsp:spPr>
        <a:xfrm>
          <a:off x="0" y="5067520"/>
          <a:ext cx="6858000" cy="637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EE9A51-283E-44A5-8B0E-7F6C4746FC9D}">
      <dsp:nvSpPr>
        <dsp:cNvPr id="0" name=""/>
        <dsp:cNvSpPr/>
      </dsp:nvSpPr>
      <dsp:spPr>
        <a:xfrm>
          <a:off x="192900" y="5211000"/>
          <a:ext cx="350727" cy="35072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942D9-2451-462C-BDBA-B420166AA055}">
      <dsp:nvSpPr>
        <dsp:cNvPr id="0" name=""/>
        <dsp:cNvSpPr/>
      </dsp:nvSpPr>
      <dsp:spPr>
        <a:xfrm>
          <a:off x="736528" y="5067520"/>
          <a:ext cx="6121471" cy="6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89" tIns="67489" rIns="67489" bIns="674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(f) Purchasing books by placing them in a shopping cart and ordering them based on their desired quantity of books.</a:t>
          </a:r>
          <a:endParaRPr lang="en-US" sz="1400" kern="1200" dirty="0"/>
        </a:p>
      </dsp:txBody>
      <dsp:txXfrm>
        <a:off x="736528" y="5067520"/>
        <a:ext cx="6121471" cy="637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741BE-27F4-4F9D-919C-A98A68F78943}">
      <dsp:nvSpPr>
        <dsp:cNvPr id="0" name=""/>
        <dsp:cNvSpPr/>
      </dsp:nvSpPr>
      <dsp:spPr>
        <a:xfrm>
          <a:off x="0" y="22923"/>
          <a:ext cx="7357369" cy="893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(a)Searching for a book based on author/publisher/title/subject</a:t>
          </a:r>
        </a:p>
      </dsp:txBody>
      <dsp:txXfrm>
        <a:off x="43633" y="66556"/>
        <a:ext cx="7270103" cy="806550"/>
      </dsp:txXfrm>
    </dsp:sp>
    <dsp:sp modelId="{3EED7206-54BE-4914-A2C7-B9817B54B488}">
      <dsp:nvSpPr>
        <dsp:cNvPr id="0" name=""/>
        <dsp:cNvSpPr/>
      </dsp:nvSpPr>
      <dsp:spPr>
        <a:xfrm>
          <a:off x="0" y="962819"/>
          <a:ext cx="7357369" cy="893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(b) The manager can perform book administration functionalities like Adding a new book </a:t>
          </a:r>
        </a:p>
      </dsp:txBody>
      <dsp:txXfrm>
        <a:off x="43633" y="1006452"/>
        <a:ext cx="7270103" cy="806550"/>
      </dsp:txXfrm>
    </dsp:sp>
    <dsp:sp modelId="{CD232B8C-FFE6-467E-AB9E-CBC069270C2E}">
      <dsp:nvSpPr>
        <dsp:cNvPr id="0" name=""/>
        <dsp:cNvSpPr/>
      </dsp:nvSpPr>
      <dsp:spPr>
        <a:xfrm>
          <a:off x="0" y="1902715"/>
          <a:ext cx="7357369" cy="893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(c) The manager can also perform book administration functionalities like changing existing book details like the Stock level and delete books if discontinued.</a:t>
          </a:r>
        </a:p>
      </dsp:txBody>
      <dsp:txXfrm>
        <a:off x="43633" y="1946348"/>
        <a:ext cx="7270103" cy="806550"/>
      </dsp:txXfrm>
    </dsp:sp>
    <dsp:sp modelId="{0BA27E52-13A1-4347-844F-6E6126BAB3D8}">
      <dsp:nvSpPr>
        <dsp:cNvPr id="0" name=""/>
        <dsp:cNvSpPr/>
      </dsp:nvSpPr>
      <dsp:spPr>
        <a:xfrm>
          <a:off x="0" y="2842611"/>
          <a:ext cx="7357369" cy="893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(d) The manager can check all the pending orders of all customers</a:t>
          </a:r>
        </a:p>
      </dsp:txBody>
      <dsp:txXfrm>
        <a:off x="43633" y="2886244"/>
        <a:ext cx="7270103" cy="806550"/>
      </dsp:txXfrm>
    </dsp:sp>
    <dsp:sp modelId="{29238B96-6C79-418F-BC59-F43F8222DB35}">
      <dsp:nvSpPr>
        <dsp:cNvPr id="0" name=""/>
        <dsp:cNvSpPr/>
      </dsp:nvSpPr>
      <dsp:spPr>
        <a:xfrm>
          <a:off x="0" y="3782507"/>
          <a:ext cx="7357369" cy="893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(e) Only a Manager can add another manager and can use the Add manager Functionality.</a:t>
          </a:r>
        </a:p>
      </dsp:txBody>
      <dsp:txXfrm>
        <a:off x="43633" y="3826140"/>
        <a:ext cx="7270103" cy="806550"/>
      </dsp:txXfrm>
    </dsp:sp>
    <dsp:sp modelId="{010AEA55-D3E8-4255-8695-EB5EF83034C9}">
      <dsp:nvSpPr>
        <dsp:cNvPr id="0" name=""/>
        <dsp:cNvSpPr/>
      </dsp:nvSpPr>
      <dsp:spPr>
        <a:xfrm>
          <a:off x="0" y="4722403"/>
          <a:ext cx="7357369" cy="893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(f) A manager can review statistics like top 5 customers by invoice amount and top 5 books by sales quantity of that year.</a:t>
          </a:r>
        </a:p>
      </dsp:txBody>
      <dsp:txXfrm>
        <a:off x="43633" y="4766036"/>
        <a:ext cx="7270103" cy="8065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6EB73-0E02-4A09-8B53-ADF2CDC5E3F1}">
      <dsp:nvSpPr>
        <dsp:cNvPr id="0" name=""/>
        <dsp:cNvSpPr/>
      </dsp:nvSpPr>
      <dsp:spPr>
        <a:xfrm>
          <a:off x="1027545" y="270777"/>
          <a:ext cx="769658" cy="7696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3A756-B2AB-41F8-95AE-F60F5607B862}">
      <dsp:nvSpPr>
        <dsp:cNvPr id="0" name=""/>
        <dsp:cNvSpPr/>
      </dsp:nvSpPr>
      <dsp:spPr>
        <a:xfrm>
          <a:off x="328123" y="1253917"/>
          <a:ext cx="1928438" cy="300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One of the main challenges I faced at the beginning was downloading MySQL database client library as it took me more than 2 hours to understand what I was missing.</a:t>
          </a:r>
        </a:p>
      </dsp:txBody>
      <dsp:txXfrm>
        <a:off x="328123" y="1253917"/>
        <a:ext cx="1928438" cy="3008251"/>
      </dsp:txXfrm>
    </dsp:sp>
    <dsp:sp modelId="{B35B27E9-342C-4B9C-B56B-516C73DB3A40}">
      <dsp:nvSpPr>
        <dsp:cNvPr id="0" name=""/>
        <dsp:cNvSpPr/>
      </dsp:nvSpPr>
      <dsp:spPr>
        <a:xfrm>
          <a:off x="4160823" y="342667"/>
          <a:ext cx="769658" cy="7696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62564-5AF0-420E-8C2B-01258557A424}">
      <dsp:nvSpPr>
        <dsp:cNvPr id="0" name=""/>
        <dsp:cNvSpPr/>
      </dsp:nvSpPr>
      <dsp:spPr>
        <a:xfrm>
          <a:off x="3387360" y="1325877"/>
          <a:ext cx="2265121" cy="2137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Another major challenge I faced was learning and implementing the application using database views.</a:t>
          </a:r>
        </a:p>
      </dsp:txBody>
      <dsp:txXfrm>
        <a:off x="3387360" y="1325877"/>
        <a:ext cx="2265121" cy="2137939"/>
      </dsp:txXfrm>
    </dsp:sp>
    <dsp:sp modelId="{40AF098E-DC1A-447F-A44D-F4173926D0C7}">
      <dsp:nvSpPr>
        <dsp:cNvPr id="0" name=""/>
        <dsp:cNvSpPr/>
      </dsp:nvSpPr>
      <dsp:spPr>
        <a:xfrm>
          <a:off x="7283858" y="324992"/>
          <a:ext cx="769658" cy="7696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0BD2D-9B18-4127-9035-D88BB0C8AFFF}">
      <dsp:nvSpPr>
        <dsp:cNvPr id="0" name=""/>
        <dsp:cNvSpPr/>
      </dsp:nvSpPr>
      <dsp:spPr>
        <a:xfrm>
          <a:off x="6632462" y="1325877"/>
          <a:ext cx="1839192" cy="283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Last but not the least was implementing the shopping cart for extra credit in a limited timeframe.</a:t>
          </a:r>
        </a:p>
      </dsp:txBody>
      <dsp:txXfrm>
        <a:off x="6632462" y="1325877"/>
        <a:ext cx="1839192" cy="28350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ABB4A-0E71-4B83-9F71-921218C4FDC1}">
      <dsp:nvSpPr>
        <dsp:cNvPr id="0" name=""/>
        <dsp:cNvSpPr/>
      </dsp:nvSpPr>
      <dsp:spPr>
        <a:xfrm>
          <a:off x="0" y="625563"/>
          <a:ext cx="10058399" cy="11548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8BC9D-7099-4BF8-AEAC-F56C28C31D63}">
      <dsp:nvSpPr>
        <dsp:cNvPr id="0" name=""/>
        <dsp:cNvSpPr/>
      </dsp:nvSpPr>
      <dsp:spPr>
        <a:xfrm>
          <a:off x="349353" y="885413"/>
          <a:ext cx="635187" cy="635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B2303-14EB-4515-A55F-CD103DDAD3F4}">
      <dsp:nvSpPr>
        <dsp:cNvPr id="0" name=""/>
        <dsp:cNvSpPr/>
      </dsp:nvSpPr>
      <dsp:spPr>
        <a:xfrm>
          <a:off x="1333894" y="625563"/>
          <a:ext cx="8724505" cy="1154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226" tIns="122226" rIns="122226" bIns="12222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One of the main differences from Phase-1 was that a Manager has to have another separate customer account to purchase books.</a:t>
          </a:r>
        </a:p>
      </dsp:txBody>
      <dsp:txXfrm>
        <a:off x="1333894" y="625563"/>
        <a:ext cx="8724505" cy="1154887"/>
      </dsp:txXfrm>
    </dsp:sp>
    <dsp:sp modelId="{422675A4-9549-475D-B75A-DE2F097E467D}">
      <dsp:nvSpPr>
        <dsp:cNvPr id="0" name=""/>
        <dsp:cNvSpPr/>
      </dsp:nvSpPr>
      <dsp:spPr>
        <a:xfrm>
          <a:off x="0" y="2069172"/>
          <a:ext cx="10058399" cy="11548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B465CA-0BE7-4FC5-8CE6-6D800416E321}">
      <dsp:nvSpPr>
        <dsp:cNvPr id="0" name=""/>
        <dsp:cNvSpPr/>
      </dsp:nvSpPr>
      <dsp:spPr>
        <a:xfrm>
          <a:off x="349353" y="2329022"/>
          <a:ext cx="635187" cy="635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D779A-292F-4850-B3CA-209092715D39}">
      <dsp:nvSpPr>
        <dsp:cNvPr id="0" name=""/>
        <dsp:cNvSpPr/>
      </dsp:nvSpPr>
      <dsp:spPr>
        <a:xfrm>
          <a:off x="1333894" y="2069172"/>
          <a:ext cx="8724505" cy="1154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226" tIns="122226" rIns="122226" bIns="12222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Logic used in the functionality for recommending books for Customers.</a:t>
          </a:r>
        </a:p>
      </dsp:txBody>
      <dsp:txXfrm>
        <a:off x="1333894" y="2069172"/>
        <a:ext cx="8724505" cy="1154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50930"/>
            <a:ext cx="12191980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046559"/>
            <a:ext cx="4775075" cy="163090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PHASE II – SYSTEM PROTOTYPE </a:t>
            </a:r>
            <a:endParaRPr lang="en-US" sz="9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1010" y="3429000"/>
            <a:ext cx="5120640" cy="116963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BY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KURALOVIYAN SENTHILNATHAN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94160-D88E-4AC3-98C8-B3944223A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en-US" dirty="0"/>
              <a:t>Online Bookstore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773F-4058-4A5C-B7EA-A877272D2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677880"/>
            <a:ext cx="5029200" cy="46252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I have </a:t>
            </a:r>
            <a:r>
              <a:rPr lang="en-US" sz="1600" b="0" i="0" u="none" strike="noStrike" baseline="0" dirty="0"/>
              <a:t> designed, implemented, documented, and present a database-backed Web application for an </a:t>
            </a:r>
            <a:r>
              <a:rPr lang="en-US" sz="1600" b="1" dirty="0"/>
              <a:t>O</a:t>
            </a:r>
            <a:r>
              <a:rPr lang="en-US" sz="1600" b="1" i="0" u="none" strike="noStrike" baseline="0" dirty="0"/>
              <a:t>nline bookstore</a:t>
            </a:r>
            <a:r>
              <a:rPr lang="en-US" sz="1600" b="0" i="0" u="none" strike="noStrike" baseline="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This online bookstore is implemented using MySQL Database as a Back end and using Django for functionalities(Business logic) and Front end.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All tables with the data used in the Online bookstore is stored in the MySQL Database.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The Bookstore Application prototype implemented using Django (Python , HTML).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In Django, we used Models, Forms, queue and View modules.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In the online bookstore, we can utilize a total of 14 different functionalities.</a:t>
            </a:r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b="0" i="0" u="none" strike="noStrike" baseline="0" dirty="0"/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pic>
        <p:nvPicPr>
          <p:cNvPr id="13" name="Picture 1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8D5CED7-D6B2-4D10-ACBE-255C652A5E4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1944211"/>
            <a:ext cx="5649156" cy="31249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8501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8447-71C9-4A00-A9B6-47BA8241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635" y="837901"/>
            <a:ext cx="3743081" cy="4968094"/>
          </a:xfrm>
        </p:spPr>
        <p:txBody>
          <a:bodyPr>
            <a:normAutofit/>
          </a:bodyPr>
          <a:lstStyle/>
          <a:p>
            <a:r>
              <a:rPr lang="en-US" dirty="0"/>
              <a:t>Online Bookstore Functionalities</a:t>
            </a:r>
            <a:br>
              <a:rPr lang="en-US" dirty="0"/>
            </a:br>
            <a:r>
              <a:rPr lang="en-US" dirty="0"/>
              <a:t>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</a:t>
            </a:r>
            <a:br>
              <a:rPr lang="en-US" dirty="0"/>
            </a:br>
            <a:r>
              <a:rPr lang="en-US" dirty="0"/>
              <a:t>Customers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9DCB512C-8ACC-4C86-B57B-1973FFE8E2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9772812"/>
              </p:ext>
            </p:extLst>
          </p:nvPr>
        </p:nvGraphicFramePr>
        <p:xfrm>
          <a:off x="4809881" y="576262"/>
          <a:ext cx="6858000" cy="5705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589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FBAB7B7-7CDD-46B5-951C-F0570997BE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123508"/>
              </p:ext>
            </p:extLst>
          </p:nvPr>
        </p:nvGraphicFramePr>
        <p:xfrm>
          <a:off x="4423298" y="574088"/>
          <a:ext cx="7357369" cy="5639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66B8171E-E67D-4B5A-83C2-D9E38C6BED1D}"/>
              </a:ext>
            </a:extLst>
          </p:cNvPr>
          <p:cNvSpPr txBox="1">
            <a:spLocks/>
          </p:cNvSpPr>
          <p:nvPr/>
        </p:nvSpPr>
        <p:spPr>
          <a:xfrm>
            <a:off x="680217" y="778274"/>
            <a:ext cx="3743081" cy="4968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Online Bookstore Functionalities</a:t>
            </a:r>
            <a:br>
              <a:rPr lang="en-US" dirty="0"/>
            </a:br>
            <a:r>
              <a:rPr lang="en-US" dirty="0"/>
              <a:t>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</a:t>
            </a:r>
            <a:br>
              <a:rPr lang="en-US" dirty="0"/>
            </a:br>
            <a:r>
              <a:rPr lang="en-US" dirty="0"/>
              <a:t>Managers</a:t>
            </a:r>
          </a:p>
        </p:txBody>
      </p:sp>
    </p:spTree>
    <p:extLst>
      <p:ext uri="{BB962C8B-B14F-4D97-AF65-F5344CB8AC3E}">
        <p14:creationId xmlns:p14="http://schemas.microsoft.com/office/powerpoint/2010/main" val="18653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1779-2C62-4F2F-B992-429C629E8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pPr algn="ctr"/>
            <a:r>
              <a:rPr lang="en-US" u="sng" dirty="0"/>
              <a:t>Overcoming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04E833-1528-483A-BD78-8EBDF482C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452593"/>
              </p:ext>
            </p:extLst>
          </p:nvPr>
        </p:nvGraphicFramePr>
        <p:xfrm>
          <a:off x="1066800" y="2103119"/>
          <a:ext cx="10545192" cy="4262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3407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E481-66B9-4D68-90AC-CBE35E19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Differences from Phase-I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AD20FF-88AE-4BB5-8B5E-C7652A52ED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2415073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8596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145" y="2613437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{4A133F67-4E55-4770-A802-7066171CA9AF}tf78438558_win32</Template>
  <TotalTime>115</TotalTime>
  <Words>480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Garamond</vt:lpstr>
      <vt:lpstr>SavonVTI</vt:lpstr>
      <vt:lpstr>PHASE II – SYSTEM PROTOTYPE </vt:lpstr>
      <vt:lpstr>Online Bookstore</vt:lpstr>
      <vt:lpstr>Online Bookstore Functionalities ______________  For Customers</vt:lpstr>
      <vt:lpstr>PowerPoint Presentation</vt:lpstr>
      <vt:lpstr>Overcoming Challenges</vt:lpstr>
      <vt:lpstr>Differences from Phase-I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II – SYSTEM PROTOTYPE</dc:title>
  <dc:creator>kural oviyan</dc:creator>
  <cp:lastModifiedBy>kural oviyan</cp:lastModifiedBy>
  <cp:revision>20</cp:revision>
  <dcterms:created xsi:type="dcterms:W3CDTF">2021-05-01T00:04:34Z</dcterms:created>
  <dcterms:modified xsi:type="dcterms:W3CDTF">2021-05-01T02:00:02Z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